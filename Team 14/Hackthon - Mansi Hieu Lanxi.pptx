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2"/>
  </p:notesMasterIdLst>
  <p:sldIdLst>
    <p:sldId id="256" r:id="rId2"/>
    <p:sldId id="317" r:id="rId3"/>
    <p:sldId id="328" r:id="rId4"/>
    <p:sldId id="332" r:id="rId5"/>
    <p:sldId id="333" r:id="rId6"/>
    <p:sldId id="335" r:id="rId7"/>
    <p:sldId id="334" r:id="rId8"/>
    <p:sldId id="336" r:id="rId9"/>
    <p:sldId id="337" r:id="rId10"/>
    <p:sldId id="294" r:id="rId11"/>
  </p:sldIdLst>
  <p:sldSz cx="9144000" cy="5143500" type="screen16x9"/>
  <p:notesSz cx="6858000" cy="9144000"/>
  <p:embeddedFontLst>
    <p:embeddedFont>
      <p:font typeface="Karla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CF46ED-ADC1-AF6E-A393-19F752384F4A}" v="1" dt="2025-12-12T08:19:26.395"/>
    <p1510:client id="{CA5DF476-4CF1-8A09-AAB4-A2842867562C}" v="292" dt="2025-12-12T03:13:45.687"/>
  </p1510:revLst>
</p1510:revInfo>
</file>

<file path=ppt/tableStyles.xml><?xml version="1.0" encoding="utf-8"?>
<a:tblStyleLst xmlns:a="http://schemas.openxmlformats.org/drawingml/2006/main" def="{EC30B3A2-FA03-4510-81EC-3CE5008A6F0F}">
  <a:tblStyle styleId="{EC30B3A2-FA03-4510-81EC-3CE5008A6F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00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on Le" userId="S::lenghiemminhhieu@cityuniversity.edu::73c52c5f-df02-4085-82b8-2940fafac72c" providerId="AD" clId="Web-{50CF46ED-ADC1-AF6E-A393-19F752384F4A}"/>
    <pc:docChg chg="modSld">
      <pc:chgData name="Harrison Le" userId="S::lenghiemminhhieu@cityuniversity.edu::73c52c5f-df02-4085-82b8-2940fafac72c" providerId="AD" clId="Web-{50CF46ED-ADC1-AF6E-A393-19F752384F4A}" dt="2025-12-12T08:19:26.395" v="0"/>
      <pc:docMkLst>
        <pc:docMk/>
      </pc:docMkLst>
      <pc:sldChg chg="delSp">
        <pc:chgData name="Harrison Le" userId="S::lenghiemminhhieu@cityuniversity.edu::73c52c5f-df02-4085-82b8-2940fafac72c" providerId="AD" clId="Web-{50CF46ED-ADC1-AF6E-A393-19F752384F4A}" dt="2025-12-12T08:19:26.395" v="0"/>
        <pc:sldMkLst>
          <pc:docMk/>
          <pc:sldMk cId="0" sldId="283"/>
        </pc:sldMkLst>
        <pc:spChg chg="del">
          <ac:chgData name="Harrison Le" userId="S::lenghiemminhhieu@cityuniversity.edu::73c52c5f-df02-4085-82b8-2940fafac72c" providerId="AD" clId="Web-{50CF46ED-ADC1-AF6E-A393-19F752384F4A}" dt="2025-12-12T08:19:26.395" v="0"/>
          <ac:spMkLst>
            <pc:docMk/>
            <pc:sldMk cId="0" sldId="283"/>
            <ac:spMk id="1175" creationId="{00000000-0000-0000-0000-000000000000}"/>
          </ac:spMkLst>
        </pc:spChg>
      </pc:sldChg>
    </pc:docChg>
  </pc:docChgLst>
  <pc:docChgLst>
    <pc:chgData name="Thao Bui" userId="S::buithao1@cityuniversity.edu::5e3b10dc-5377-4629-a5c8-cbba4c99cb93" providerId="AD" clId="Web-{9C008DAB-AA99-2E78-60A5-73C3E6A6599C}"/>
    <pc:docChg chg="addSld modSld">
      <pc:chgData name="Thao Bui" userId="S::buithao1@cityuniversity.edu::5e3b10dc-5377-4629-a5c8-cbba4c99cb93" providerId="AD" clId="Web-{9C008DAB-AA99-2E78-60A5-73C3E6A6599C}" dt="2025-12-07T05:59:50.080" v="186" actId="1076"/>
      <pc:docMkLst>
        <pc:docMk/>
      </pc:docMkLst>
      <pc:sldChg chg="modSp">
        <pc:chgData name="Thao Bui" userId="S::buithao1@cityuniversity.edu::5e3b10dc-5377-4629-a5c8-cbba4c99cb93" providerId="AD" clId="Web-{9C008DAB-AA99-2E78-60A5-73C3E6A6599C}" dt="2025-12-07T05:50:54.100" v="55" actId="1076"/>
        <pc:sldMkLst>
          <pc:docMk/>
          <pc:sldMk cId="0" sldId="257"/>
        </pc:sldMkLst>
        <pc:graphicFrameChg chg="mod modGraphic">
          <ac:chgData name="Thao Bui" userId="S::buithao1@cityuniversity.edu::5e3b10dc-5377-4629-a5c8-cbba4c99cb93" providerId="AD" clId="Web-{9C008DAB-AA99-2E78-60A5-73C3E6A6599C}" dt="2025-12-07T05:50:54.100" v="55" actId="1076"/>
          <ac:graphicFrameMkLst>
            <pc:docMk/>
            <pc:sldMk cId="0" sldId="257"/>
            <ac:graphicFrameMk id="345" creationId="{00000000-0000-0000-0000-000000000000}"/>
          </ac:graphicFrameMkLst>
        </pc:graphicFrameChg>
      </pc:sldChg>
      <pc:sldChg chg="modSp">
        <pc:chgData name="Thao Bui" userId="S::buithao1@cityuniversity.edu::5e3b10dc-5377-4629-a5c8-cbba4c99cb93" providerId="AD" clId="Web-{9C008DAB-AA99-2E78-60A5-73C3E6A6599C}" dt="2025-12-07T05:59:50.080" v="186" actId="1076"/>
        <pc:sldMkLst>
          <pc:docMk/>
          <pc:sldMk cId="1797039838" sldId="318"/>
        </pc:sldMkLst>
        <pc:spChg chg="mod">
          <ac:chgData name="Thao Bui" userId="S::buithao1@cityuniversity.edu::5e3b10dc-5377-4629-a5c8-cbba4c99cb93" providerId="AD" clId="Web-{9C008DAB-AA99-2E78-60A5-73C3E6A6599C}" dt="2025-12-07T05:53:43.261" v="66" actId="20577"/>
          <ac:spMkLst>
            <pc:docMk/>
            <pc:sldMk cId="1797039838" sldId="318"/>
            <ac:spMk id="343" creationId="{ECC9808F-7559-0E33-70B7-BC229A9012F2}"/>
          </ac:spMkLst>
        </pc:spChg>
        <pc:spChg chg="mod">
          <ac:chgData name="Thao Bui" userId="S::buithao1@cityuniversity.edu::5e3b10dc-5377-4629-a5c8-cbba4c99cb93" providerId="AD" clId="Web-{9C008DAB-AA99-2E78-60A5-73C3E6A6599C}" dt="2025-12-07T05:56:35.186" v="163" actId="20577"/>
          <ac:spMkLst>
            <pc:docMk/>
            <pc:sldMk cId="1797039838" sldId="318"/>
            <ac:spMk id="344" creationId="{1E666250-6F51-70A3-8E0F-EBFA21C32D7C}"/>
          </ac:spMkLst>
        </pc:spChg>
        <pc:graphicFrameChg chg="mod modGraphic">
          <ac:chgData name="Thao Bui" userId="S::buithao1@cityuniversity.edu::5e3b10dc-5377-4629-a5c8-cbba4c99cb93" providerId="AD" clId="Web-{9C008DAB-AA99-2E78-60A5-73C3E6A6599C}" dt="2025-12-07T05:59:50.080" v="186" actId="1076"/>
          <ac:graphicFrameMkLst>
            <pc:docMk/>
            <pc:sldMk cId="1797039838" sldId="318"/>
            <ac:graphicFrameMk id="345" creationId="{5EE9D10A-53ED-4A51-700B-EF05B30CEC17}"/>
          </ac:graphicFrameMkLst>
        </pc:graphicFrameChg>
      </pc:sldChg>
    </pc:docChg>
  </pc:docChgLst>
  <pc:docChgLst>
    <pc:chgData name="Thao Bui" userId="S::buithao1@cityuniversity.edu::5e3b10dc-5377-4629-a5c8-cbba4c99cb93" providerId="AD" clId="Web-{25BB05AA-3895-7CD4-5F59-21B535C165E6}"/>
    <pc:docChg chg="modSld">
      <pc:chgData name="Thao Bui" userId="S::buithao1@cityuniversity.edu::5e3b10dc-5377-4629-a5c8-cbba4c99cb93" providerId="AD" clId="Web-{25BB05AA-3895-7CD4-5F59-21B535C165E6}" dt="2025-12-08T16:14:01.582" v="0" actId="20577"/>
      <pc:docMkLst>
        <pc:docMk/>
      </pc:docMkLst>
      <pc:sldChg chg="modSp">
        <pc:chgData name="Thao Bui" userId="S::buithao1@cityuniversity.edu::5e3b10dc-5377-4629-a5c8-cbba4c99cb93" providerId="AD" clId="Web-{25BB05AA-3895-7CD4-5F59-21B535C165E6}" dt="2025-12-08T16:14:01.582" v="0" actId="20577"/>
        <pc:sldMkLst>
          <pc:docMk/>
          <pc:sldMk cId="0" sldId="256"/>
        </pc:sldMkLst>
        <pc:spChg chg="mod">
          <ac:chgData name="Thao Bui" userId="S::buithao1@cityuniversity.edu::5e3b10dc-5377-4629-a5c8-cbba4c99cb93" providerId="AD" clId="Web-{25BB05AA-3895-7CD4-5F59-21B535C165E6}" dt="2025-12-08T16:14:01.582" v="0" actId="20577"/>
          <ac:spMkLst>
            <pc:docMk/>
            <pc:sldMk cId="0" sldId="256"/>
            <ac:spMk id="322" creationId="{00000000-0000-0000-0000-000000000000}"/>
          </ac:spMkLst>
        </pc:spChg>
      </pc:sldChg>
    </pc:docChg>
  </pc:docChgLst>
  <pc:docChgLst>
    <pc:chgData name="Thao Bui" userId="5e3b10dc-5377-4629-a5c8-cbba4c99cb93" providerId="ADAL" clId="{806047D9-33A5-45FC-BA47-1BA869262BE2}"/>
    <pc:docChg chg="undo custSel delSld modSld">
      <pc:chgData name="Thao Bui" userId="5e3b10dc-5377-4629-a5c8-cbba4c99cb93" providerId="ADAL" clId="{806047D9-33A5-45FC-BA47-1BA869262BE2}" dt="2025-12-08T16:12:55.264" v="56" actId="1076"/>
      <pc:docMkLst>
        <pc:docMk/>
      </pc:docMkLst>
      <pc:sldChg chg="modSp mod">
        <pc:chgData name="Thao Bui" userId="5e3b10dc-5377-4629-a5c8-cbba4c99cb93" providerId="ADAL" clId="{806047D9-33A5-45FC-BA47-1BA869262BE2}" dt="2025-12-08T16:12:55.264" v="56" actId="1076"/>
        <pc:sldMkLst>
          <pc:docMk/>
          <pc:sldMk cId="0" sldId="257"/>
        </pc:sldMkLst>
        <pc:picChg chg="mod">
          <ac:chgData name="Thao Bui" userId="5e3b10dc-5377-4629-a5c8-cbba4c99cb93" providerId="ADAL" clId="{806047D9-33A5-45FC-BA47-1BA869262BE2}" dt="2025-12-08T16:12:55.264" v="56" actId="1076"/>
          <ac:picMkLst>
            <pc:docMk/>
            <pc:sldMk cId="0" sldId="257"/>
            <ac:picMk id="2" creationId="{3D65A2BB-8519-94EE-02E3-9814140F4D5B}"/>
          </ac:picMkLst>
        </pc:picChg>
      </pc:sldChg>
      <pc:sldChg chg="addSp modSp mod modAnim">
        <pc:chgData name="Thao Bui" userId="5e3b10dc-5377-4629-a5c8-cbba4c99cb93" providerId="ADAL" clId="{806047D9-33A5-45FC-BA47-1BA869262BE2}" dt="2025-12-08T16:12:36.238" v="54" actId="1076"/>
        <pc:sldMkLst>
          <pc:docMk/>
          <pc:sldMk cId="1797039838" sldId="318"/>
        </pc:sldMkLst>
        <pc:spChg chg="mod">
          <ac:chgData name="Thao Bui" userId="5e3b10dc-5377-4629-a5c8-cbba4c99cb93" providerId="ADAL" clId="{806047D9-33A5-45FC-BA47-1BA869262BE2}" dt="2025-12-08T16:12:36.238" v="54" actId="1076"/>
          <ac:spMkLst>
            <pc:docMk/>
            <pc:sldMk cId="1797039838" sldId="318"/>
            <ac:spMk id="343" creationId="{ECC9808F-7559-0E33-70B7-BC229A9012F2}"/>
          </ac:spMkLst>
        </pc:spChg>
        <pc:spChg chg="mod">
          <ac:chgData name="Thao Bui" userId="5e3b10dc-5377-4629-a5c8-cbba4c99cb93" providerId="ADAL" clId="{806047D9-33A5-45FC-BA47-1BA869262BE2}" dt="2025-12-08T16:12:30.493" v="53" actId="1076"/>
          <ac:spMkLst>
            <pc:docMk/>
            <pc:sldMk cId="1797039838" sldId="318"/>
            <ac:spMk id="344" creationId="{1E666250-6F51-70A3-8E0F-EBFA21C32D7C}"/>
          </ac:spMkLst>
        </pc:spChg>
        <pc:graphicFrameChg chg="add mod modGraphic">
          <ac:chgData name="Thao Bui" userId="5e3b10dc-5377-4629-a5c8-cbba4c99cb93" providerId="ADAL" clId="{806047D9-33A5-45FC-BA47-1BA869262BE2}" dt="2025-12-08T16:12:02.414" v="41" actId="14734"/>
          <ac:graphicFrameMkLst>
            <pc:docMk/>
            <pc:sldMk cId="1797039838" sldId="318"/>
            <ac:graphicFrameMk id="3" creationId="{5C643CEB-B251-337C-84CE-EC678565DE47}"/>
          </ac:graphicFrameMkLst>
        </pc:graphicFrameChg>
        <pc:graphicFrameChg chg="mod">
          <ac:chgData name="Thao Bui" userId="5e3b10dc-5377-4629-a5c8-cbba4c99cb93" providerId="ADAL" clId="{806047D9-33A5-45FC-BA47-1BA869262BE2}" dt="2025-12-08T16:11:41.593" v="37" actId="1076"/>
          <ac:graphicFrameMkLst>
            <pc:docMk/>
            <pc:sldMk cId="1797039838" sldId="318"/>
            <ac:graphicFrameMk id="345" creationId="{5EE9D10A-53ED-4A51-700B-EF05B30CEC17}"/>
          </ac:graphicFrameMkLst>
        </pc:graphicFrameChg>
        <pc:picChg chg="add mod">
          <ac:chgData name="Thao Bui" userId="5e3b10dc-5377-4629-a5c8-cbba4c99cb93" providerId="ADAL" clId="{806047D9-33A5-45FC-BA47-1BA869262BE2}" dt="2025-12-08T16:10:14.068" v="10" actId="1076"/>
          <ac:picMkLst>
            <pc:docMk/>
            <pc:sldMk cId="1797039838" sldId="318"/>
            <ac:picMk id="2" creationId="{7B6AE32F-7B92-2C47-9633-C11891D994B8}"/>
          </ac:picMkLst>
        </pc:picChg>
      </pc:sldChg>
    </pc:docChg>
  </pc:docChgLst>
  <pc:docChgLst>
    <pc:chgData name="Harrison Le" userId="S::lenghiemminhhieu@cityuniversity.edu::73c52c5f-df02-4085-82b8-2940fafac72c" providerId="AD" clId="Web-{CA5DF476-4CF1-8A09-AAB4-A2842867562C}"/>
    <pc:docChg chg="addSld delSld modSld sldOrd">
      <pc:chgData name="Harrison Le" userId="S::lenghiemminhhieu@cityuniversity.edu::73c52c5f-df02-4085-82b8-2940fafac72c" providerId="AD" clId="Web-{CA5DF476-4CF1-8A09-AAB4-A2842867562C}" dt="2025-12-12T03:15:23.963" v="266"/>
      <pc:docMkLst>
        <pc:docMk/>
      </pc:docMkLst>
      <pc:sldChg chg="modSp">
        <pc:chgData name="Harrison Le" userId="S::lenghiemminhhieu@cityuniversity.edu::73c52c5f-df02-4085-82b8-2940fafac72c" providerId="AD" clId="Web-{CA5DF476-4CF1-8A09-AAB4-A2842867562C}" dt="2025-12-12T02:15:47.221" v="0" actId="20577"/>
        <pc:sldMkLst>
          <pc:docMk/>
          <pc:sldMk cId="0" sldId="283"/>
        </pc:sldMkLst>
        <pc:spChg chg="mod">
          <ac:chgData name="Harrison Le" userId="S::lenghiemminhhieu@cityuniversity.edu::73c52c5f-df02-4085-82b8-2940fafac72c" providerId="AD" clId="Web-{CA5DF476-4CF1-8A09-AAB4-A2842867562C}" dt="2025-12-12T02:15:47.221" v="0" actId="20577"/>
          <ac:spMkLst>
            <pc:docMk/>
            <pc:sldMk cId="0" sldId="283"/>
            <ac:spMk id="1175" creationId="{00000000-0000-0000-0000-000000000000}"/>
          </ac:spMkLst>
        </pc:spChg>
      </pc:sldChg>
      <pc:sldChg chg="ord">
        <pc:chgData name="Harrison Le" userId="S::lenghiemminhhieu@cityuniversity.edu::73c52c5f-df02-4085-82b8-2940fafac72c" providerId="AD" clId="Web-{CA5DF476-4CF1-8A09-AAB4-A2842867562C}" dt="2025-12-12T02:47:54.614" v="204"/>
        <pc:sldMkLst>
          <pc:docMk/>
          <pc:sldMk cId="0" sldId="289"/>
        </pc:sldMkLst>
      </pc:sldChg>
      <pc:sldChg chg="addSp delSp modSp new del ord modNotes">
        <pc:chgData name="Harrison Le" userId="S::lenghiemminhhieu@cityuniversity.edu::73c52c5f-df02-4085-82b8-2940fafac72c" providerId="AD" clId="Web-{CA5DF476-4CF1-8A09-AAB4-A2842867562C}" dt="2025-12-12T02:48:37.849" v="205"/>
        <pc:sldMkLst>
          <pc:docMk/>
          <pc:sldMk cId="1332028418" sldId="319"/>
        </pc:sldMkLst>
        <pc:spChg chg="mod">
          <ac:chgData name="Harrison Le" userId="S::lenghiemminhhieu@cityuniversity.edu::73c52c5f-df02-4085-82b8-2940fafac72c" providerId="AD" clId="Web-{CA5DF476-4CF1-8A09-AAB4-A2842867562C}" dt="2025-12-12T02:32:28.362" v="147" actId="1076"/>
          <ac:spMkLst>
            <pc:docMk/>
            <pc:sldMk cId="1332028418" sldId="319"/>
            <ac:spMk id="2" creationId="{5DE0FD59-78AE-AC40-6560-60A7D8305B36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20:23.003" v="30"/>
          <ac:spMkLst>
            <pc:docMk/>
            <pc:sldMk cId="1332028418" sldId="319"/>
            <ac:spMk id="3" creationId="{F8AC3391-A998-9EDA-5EEE-C30E44BA8E88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20:21.096" v="29"/>
          <ac:spMkLst>
            <pc:docMk/>
            <pc:sldMk cId="1332028418" sldId="319"/>
            <ac:spMk id="4" creationId="{D813F6AE-8F02-298A-4781-0468C59DA4A7}"/>
          </ac:spMkLst>
        </pc:spChg>
        <pc:spChg chg="del mod">
          <ac:chgData name="Harrison Le" userId="S::lenghiemminhhieu@cityuniversity.edu::73c52c5f-df02-4085-82b8-2940fafac72c" providerId="AD" clId="Web-{CA5DF476-4CF1-8A09-AAB4-A2842867562C}" dt="2025-12-12T02:21:30.644" v="39"/>
          <ac:spMkLst>
            <pc:docMk/>
            <pc:sldMk cId="1332028418" sldId="319"/>
            <ac:spMk id="5" creationId="{90D9EEDB-154E-C5A7-DEFE-130300BD5C68}"/>
          </ac:spMkLst>
        </pc:spChg>
        <pc:spChg chg="add mod">
          <ac:chgData name="Harrison Le" userId="S::lenghiemminhhieu@cityuniversity.edu::73c52c5f-df02-4085-82b8-2940fafac72c" providerId="AD" clId="Web-{CA5DF476-4CF1-8A09-AAB4-A2842867562C}" dt="2025-12-12T02:32:30.222" v="148" actId="1076"/>
          <ac:spMkLst>
            <pc:docMk/>
            <pc:sldMk cId="1332028418" sldId="319"/>
            <ac:spMk id="6" creationId="{4213D2B9-0207-D2C6-874C-FD96DB2E17B7}"/>
          </ac:spMkLst>
        </pc:spChg>
        <pc:spChg chg="add del mod">
          <ac:chgData name="Harrison Le" userId="S::lenghiemminhhieu@cityuniversity.edu::73c52c5f-df02-4085-82b8-2940fafac72c" providerId="AD" clId="Web-{CA5DF476-4CF1-8A09-AAB4-A2842867562C}" dt="2025-12-12T02:32:26.330" v="146"/>
          <ac:spMkLst>
            <pc:docMk/>
            <pc:sldMk cId="1332028418" sldId="319"/>
            <ac:spMk id="8" creationId="{A0559599-A4AE-EE3B-9119-46DBD624B549}"/>
          </ac:spMkLst>
        </pc:spChg>
        <pc:picChg chg="add mod">
          <ac:chgData name="Harrison Le" userId="S::lenghiemminhhieu@cityuniversity.edu::73c52c5f-df02-4085-82b8-2940fafac72c" providerId="AD" clId="Web-{CA5DF476-4CF1-8A09-AAB4-A2842867562C}" dt="2025-12-12T02:32:35.490" v="151" actId="1076"/>
          <ac:picMkLst>
            <pc:docMk/>
            <pc:sldMk cId="1332028418" sldId="319"/>
            <ac:picMk id="9" creationId="{AE152B82-9263-58EF-D7D0-9851D5B892B0}"/>
          </ac:picMkLst>
        </pc:picChg>
      </pc:sldChg>
      <pc:sldChg chg="addSp delSp modSp add replId modNotes">
        <pc:chgData name="Harrison Le" userId="S::lenghiemminhhieu@cityuniversity.edu::73c52c5f-df02-4085-82b8-2940fafac72c" providerId="AD" clId="Web-{CA5DF476-4CF1-8A09-AAB4-A2842867562C}" dt="2025-12-12T02:38:54.356" v="166" actId="1076"/>
        <pc:sldMkLst>
          <pc:docMk/>
          <pc:sldMk cId="749892529" sldId="320"/>
        </pc:sldMkLst>
        <pc:spChg chg="del mod">
          <ac:chgData name="Harrison Le" userId="S::lenghiemminhhieu@cityuniversity.edu::73c52c5f-df02-4085-82b8-2940fafac72c" providerId="AD" clId="Web-{CA5DF476-4CF1-8A09-AAB4-A2842867562C}" dt="2025-12-12T02:30:10.697" v="128"/>
          <ac:spMkLst>
            <pc:docMk/>
            <pc:sldMk cId="749892529" sldId="320"/>
            <ac:spMk id="2" creationId="{26ABAF2B-DF70-8C21-98E4-92693BBBFE77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18:57.564" v="23"/>
          <ac:spMkLst>
            <pc:docMk/>
            <pc:sldMk cId="749892529" sldId="320"/>
            <ac:spMk id="3" creationId="{CB69D5FE-445E-8D90-B82E-DB2D2A31E49A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18:44.111" v="18"/>
          <ac:spMkLst>
            <pc:docMk/>
            <pc:sldMk cId="749892529" sldId="320"/>
            <ac:spMk id="4" creationId="{14AF1C0B-E24D-018D-8FAD-CC708D6D1CBE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18:40.282" v="17"/>
          <ac:spMkLst>
            <pc:docMk/>
            <pc:sldMk cId="749892529" sldId="320"/>
            <ac:spMk id="5" creationId="{EEFB2AEF-1F28-0B53-FD92-9AB175398948}"/>
          </ac:spMkLst>
        </pc:spChg>
        <pc:spChg chg="add mod">
          <ac:chgData name="Harrison Le" userId="S::lenghiemminhhieu@cityuniversity.edu::73c52c5f-df02-4085-82b8-2940fafac72c" providerId="AD" clId="Web-{CA5DF476-4CF1-8A09-AAB4-A2842867562C}" dt="2025-12-12T02:30:31.150" v="138" actId="14100"/>
          <ac:spMkLst>
            <pc:docMk/>
            <pc:sldMk cId="749892529" sldId="320"/>
            <ac:spMk id="8" creationId="{7EFEDBB5-31D7-8873-0848-5BB8A9C9650D}"/>
          </ac:spMkLst>
        </pc:spChg>
        <pc:picChg chg="add del mod">
          <ac:chgData name="Harrison Le" userId="S::lenghiemminhhieu@cityuniversity.edu::73c52c5f-df02-4085-82b8-2940fafac72c" providerId="AD" clId="Web-{CA5DF476-4CF1-8A09-AAB4-A2842867562C}" dt="2025-12-12T02:28:15.242" v="114"/>
          <ac:picMkLst>
            <pc:docMk/>
            <pc:sldMk cId="749892529" sldId="320"/>
            <ac:picMk id="6" creationId="{09F13DC9-783E-E469-82E7-9AEF9C31707A}"/>
          </ac:picMkLst>
        </pc:picChg>
        <pc:picChg chg="add mod">
          <ac:chgData name="Harrison Le" userId="S::lenghiemminhhieu@cityuniversity.edu::73c52c5f-df02-4085-82b8-2940fafac72c" providerId="AD" clId="Web-{CA5DF476-4CF1-8A09-AAB4-A2842867562C}" dt="2025-12-12T02:38:54.356" v="166" actId="1076"/>
          <ac:picMkLst>
            <pc:docMk/>
            <pc:sldMk cId="749892529" sldId="320"/>
            <ac:picMk id="7" creationId="{CF18FEDD-1FD3-66CA-FFBF-CBD96BE886D8}"/>
          </ac:picMkLst>
        </pc:picChg>
      </pc:sldChg>
      <pc:sldChg chg="addSp delSp modSp add del ord replId">
        <pc:chgData name="Harrison Le" userId="S::lenghiemminhhieu@cityuniversity.edu::73c52c5f-df02-4085-82b8-2940fafac72c" providerId="AD" clId="Web-{CA5DF476-4CF1-8A09-AAB4-A2842867562C}" dt="2025-12-12T02:32:39.836" v="152"/>
        <pc:sldMkLst>
          <pc:docMk/>
          <pc:sldMk cId="1034059648" sldId="321"/>
        </pc:sldMkLst>
        <pc:spChg chg="mod">
          <ac:chgData name="Harrison Le" userId="S::lenghiemminhhieu@cityuniversity.edu::73c52c5f-df02-4085-82b8-2940fafac72c" providerId="AD" clId="Web-{CA5DF476-4CF1-8A09-AAB4-A2842867562C}" dt="2025-12-12T02:22:38.504" v="53" actId="20577"/>
          <ac:spMkLst>
            <pc:docMk/>
            <pc:sldMk cId="1034059648" sldId="321"/>
            <ac:spMk id="2" creationId="{29B8E22A-C53F-D67B-F706-14BF98F45BA0}"/>
          </ac:spMkLst>
        </pc:spChg>
        <pc:picChg chg="add del mod">
          <ac:chgData name="Harrison Le" userId="S::lenghiemminhhieu@cityuniversity.edu::73c52c5f-df02-4085-82b8-2940fafac72c" providerId="AD" clId="Web-{CA5DF476-4CF1-8A09-AAB4-A2842867562C}" dt="2025-12-12T02:32:12.011" v="140"/>
          <ac:picMkLst>
            <pc:docMk/>
            <pc:sldMk cId="1034059648" sldId="321"/>
            <ac:picMk id="3" creationId="{E6857C11-8B71-E972-B519-EE51394900AD}"/>
          </ac:picMkLst>
        </pc:picChg>
        <pc:picChg chg="del">
          <ac:chgData name="Harrison Le" userId="S::lenghiemminhhieu@cityuniversity.edu::73c52c5f-df02-4085-82b8-2940fafac72c" providerId="AD" clId="Web-{CA5DF476-4CF1-8A09-AAB4-A2842867562C}" dt="2025-12-12T02:22:20.707" v="45"/>
          <ac:picMkLst>
            <pc:docMk/>
            <pc:sldMk cId="1034059648" sldId="321"/>
            <ac:picMk id="6" creationId="{B1AD81C1-B169-1D97-E451-3203232A0CF3}"/>
          </ac:picMkLst>
        </pc:picChg>
      </pc:sldChg>
      <pc:sldChg chg="del">
        <pc:chgData name="Harrison Le" userId="S::lenghiemminhhieu@cityuniversity.edu::73c52c5f-df02-4085-82b8-2940fafac72c" providerId="AD" clId="Web-{CA5DF476-4CF1-8A09-AAB4-A2842867562C}" dt="2025-12-12T02:16:21.439" v="7"/>
        <pc:sldMkLst>
          <pc:docMk/>
          <pc:sldMk cId="1879981962" sldId="321"/>
        </pc:sldMkLst>
      </pc:sldChg>
      <pc:sldChg chg="addSp delSp modSp new modNotes">
        <pc:chgData name="Harrison Le" userId="S::lenghiemminhhieu@cityuniversity.edu::73c52c5f-df02-4085-82b8-2940fafac72c" providerId="AD" clId="Web-{CA5DF476-4CF1-8A09-AAB4-A2842867562C}" dt="2025-12-12T02:44:57.300" v="192"/>
        <pc:sldMkLst>
          <pc:docMk/>
          <pc:sldMk cId="3427569092" sldId="321"/>
        </pc:sldMkLst>
        <pc:spChg chg="del">
          <ac:chgData name="Harrison Le" userId="S::lenghiemminhhieu@cityuniversity.edu::73c52c5f-df02-4085-82b8-2940fafac72c" providerId="AD" clId="Web-{CA5DF476-4CF1-8A09-AAB4-A2842867562C}" dt="2025-12-12T02:36:21.989" v="157"/>
          <ac:spMkLst>
            <pc:docMk/>
            <pc:sldMk cId="3427569092" sldId="321"/>
            <ac:spMk id="2" creationId="{42465F94-13FE-B8F1-F1F3-3D1D0CC89CE0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36:21.989" v="156"/>
          <ac:spMkLst>
            <pc:docMk/>
            <pc:sldMk cId="3427569092" sldId="321"/>
            <ac:spMk id="3" creationId="{02E916AF-B875-0C08-7B7C-CEE096927A5B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36:13.004" v="154"/>
          <ac:spMkLst>
            <pc:docMk/>
            <pc:sldMk cId="3427569092" sldId="321"/>
            <ac:spMk id="4" creationId="{C5A11299-0DE5-841C-9446-2B224287D626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36:21.989" v="155"/>
          <ac:spMkLst>
            <pc:docMk/>
            <pc:sldMk cId="3427569092" sldId="321"/>
            <ac:spMk id="5" creationId="{D3C02BF8-A875-8C11-045D-318A86063E19}"/>
          </ac:spMkLst>
        </pc:spChg>
        <pc:picChg chg="add mod">
          <ac:chgData name="Harrison Le" userId="S::lenghiemminhhieu@cityuniversity.edu::73c52c5f-df02-4085-82b8-2940fafac72c" providerId="AD" clId="Web-{CA5DF476-4CF1-8A09-AAB4-A2842867562C}" dt="2025-12-12T02:44:35.112" v="191"/>
          <ac:picMkLst>
            <pc:docMk/>
            <pc:sldMk cId="3427569092" sldId="321"/>
            <ac:picMk id="6" creationId="{BFDCF0D4-6125-BD07-6F4A-469DDAD40FCE}"/>
          </ac:picMkLst>
        </pc:picChg>
      </pc:sldChg>
      <pc:sldChg chg="addSp delSp modSp new modNotes">
        <pc:chgData name="Harrison Le" userId="S::lenghiemminhhieu@cityuniversity.edu::73c52c5f-df02-4085-82b8-2940fafac72c" providerId="AD" clId="Web-{CA5DF476-4CF1-8A09-AAB4-A2842867562C}" dt="2025-12-12T02:47:43.786" v="203" actId="1076"/>
        <pc:sldMkLst>
          <pc:docMk/>
          <pc:sldMk cId="52425809" sldId="322"/>
        </pc:sldMkLst>
        <pc:spChg chg="del">
          <ac:chgData name="Harrison Le" userId="S::lenghiemminhhieu@cityuniversity.edu::73c52c5f-df02-4085-82b8-2940fafac72c" providerId="AD" clId="Web-{CA5DF476-4CF1-8A09-AAB4-A2842867562C}" dt="2025-12-12T02:47:05.801" v="196"/>
          <ac:spMkLst>
            <pc:docMk/>
            <pc:sldMk cId="52425809" sldId="322"/>
            <ac:spMk id="2" creationId="{53A18CEA-938A-EFF0-A459-1E1B35AF0CCC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47:05.801" v="195"/>
          <ac:spMkLst>
            <pc:docMk/>
            <pc:sldMk cId="52425809" sldId="322"/>
            <ac:spMk id="3" creationId="{E1977F0B-5237-A1B4-A9A7-B1DE7D71868B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47:05.801" v="194"/>
          <ac:spMkLst>
            <pc:docMk/>
            <pc:sldMk cId="52425809" sldId="322"/>
            <ac:spMk id="4" creationId="{4B20C430-5560-9210-2B2C-A71FBF3B3CA6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47:05.801" v="193"/>
          <ac:spMkLst>
            <pc:docMk/>
            <pc:sldMk cId="52425809" sldId="322"/>
            <ac:spMk id="5" creationId="{CA50452A-111A-8D50-D7A0-6AB60FB1FAE0}"/>
          </ac:spMkLst>
        </pc:spChg>
        <pc:picChg chg="add del mod">
          <ac:chgData name="Harrison Le" userId="S::lenghiemminhhieu@cityuniversity.edu::73c52c5f-df02-4085-82b8-2940fafac72c" providerId="AD" clId="Web-{CA5DF476-4CF1-8A09-AAB4-A2842867562C}" dt="2025-12-12T02:47:38.223" v="200"/>
          <ac:picMkLst>
            <pc:docMk/>
            <pc:sldMk cId="52425809" sldId="322"/>
            <ac:picMk id="6" creationId="{5FA443AB-9CC2-EDDB-E944-09FC39E79D35}"/>
          </ac:picMkLst>
        </pc:picChg>
        <pc:picChg chg="add mod">
          <ac:chgData name="Harrison Le" userId="S::lenghiemminhhieu@cityuniversity.edu::73c52c5f-df02-4085-82b8-2940fafac72c" providerId="AD" clId="Web-{CA5DF476-4CF1-8A09-AAB4-A2842867562C}" dt="2025-12-12T02:47:43.786" v="203" actId="1076"/>
          <ac:picMkLst>
            <pc:docMk/>
            <pc:sldMk cId="52425809" sldId="322"/>
            <ac:picMk id="7" creationId="{B8427123-C7CE-3057-AD96-BEE53096983D}"/>
          </ac:picMkLst>
        </pc:picChg>
      </pc:sldChg>
      <pc:sldChg chg="del">
        <pc:chgData name="Harrison Le" userId="S::lenghiemminhhieu@cityuniversity.edu::73c52c5f-df02-4085-82b8-2940fafac72c" providerId="AD" clId="Web-{CA5DF476-4CF1-8A09-AAB4-A2842867562C}" dt="2025-12-12T02:16:11.721" v="1"/>
        <pc:sldMkLst>
          <pc:docMk/>
          <pc:sldMk cId="2839696697" sldId="322"/>
        </pc:sldMkLst>
      </pc:sldChg>
      <pc:sldChg chg="addSp delSp modSp new modNotes">
        <pc:chgData name="Harrison Le" userId="S::lenghiemminhhieu@cityuniversity.edu::73c52c5f-df02-4085-82b8-2940fafac72c" providerId="AD" clId="Web-{CA5DF476-4CF1-8A09-AAB4-A2842867562C}" dt="2025-12-12T02:42:13.376" v="180"/>
        <pc:sldMkLst>
          <pc:docMk/>
          <pc:sldMk cId="705734776" sldId="323"/>
        </pc:sldMkLst>
        <pc:spChg chg="del">
          <ac:chgData name="Harrison Le" userId="S::lenghiemminhhieu@cityuniversity.edu::73c52c5f-df02-4085-82b8-2940fafac72c" providerId="AD" clId="Web-{CA5DF476-4CF1-8A09-AAB4-A2842867562C}" dt="2025-12-12T02:41:52.313" v="174"/>
          <ac:spMkLst>
            <pc:docMk/>
            <pc:sldMk cId="705734776" sldId="323"/>
            <ac:spMk id="2" creationId="{7B7EE8D6-4E77-DCDB-B504-5354601552D5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41:54.266" v="177"/>
          <ac:spMkLst>
            <pc:docMk/>
            <pc:sldMk cId="705734776" sldId="323"/>
            <ac:spMk id="3" creationId="{B102C750-BF73-CD80-2106-701041AC14A3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41:54.266" v="176"/>
          <ac:spMkLst>
            <pc:docMk/>
            <pc:sldMk cId="705734776" sldId="323"/>
            <ac:spMk id="4" creationId="{70B9A5DA-6182-8B55-043E-0FF2DC0844EB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41:54.266" v="175"/>
          <ac:spMkLst>
            <pc:docMk/>
            <pc:sldMk cId="705734776" sldId="323"/>
            <ac:spMk id="5" creationId="{DDDE92FB-A9D2-B14F-5BA6-04DA5FA7D756}"/>
          </ac:spMkLst>
        </pc:spChg>
        <pc:picChg chg="add mod">
          <ac:chgData name="Harrison Le" userId="S::lenghiemminhhieu@cityuniversity.edu::73c52c5f-df02-4085-82b8-2940fafac72c" providerId="AD" clId="Web-{CA5DF476-4CF1-8A09-AAB4-A2842867562C}" dt="2025-12-12T02:41:56.469" v="178"/>
          <ac:picMkLst>
            <pc:docMk/>
            <pc:sldMk cId="705734776" sldId="323"/>
            <ac:picMk id="6" creationId="{CFF5CE86-26DD-95B6-2474-646397827351}"/>
          </ac:picMkLst>
        </pc:picChg>
      </pc:sldChg>
      <pc:sldChg chg="del">
        <pc:chgData name="Harrison Le" userId="S::lenghiemminhhieu@cityuniversity.edu::73c52c5f-df02-4085-82b8-2940fafac72c" providerId="AD" clId="Web-{CA5DF476-4CF1-8A09-AAB4-A2842867562C}" dt="2025-12-12T02:16:12.814" v="2"/>
        <pc:sldMkLst>
          <pc:docMk/>
          <pc:sldMk cId="2881744475" sldId="323"/>
        </pc:sldMkLst>
      </pc:sldChg>
      <pc:sldChg chg="del">
        <pc:chgData name="Harrison Le" userId="S::lenghiemminhhieu@cityuniversity.edu::73c52c5f-df02-4085-82b8-2940fafac72c" providerId="AD" clId="Web-{CA5DF476-4CF1-8A09-AAB4-A2842867562C}" dt="2025-12-12T02:16:15.517" v="4"/>
        <pc:sldMkLst>
          <pc:docMk/>
          <pc:sldMk cId="600117182" sldId="324"/>
        </pc:sldMkLst>
      </pc:sldChg>
      <pc:sldChg chg="addSp delSp modSp new modNotes">
        <pc:chgData name="Harrison Le" userId="S::lenghiemminhhieu@cityuniversity.edu::73c52c5f-df02-4085-82b8-2940fafac72c" providerId="AD" clId="Web-{CA5DF476-4CF1-8A09-AAB4-A2842867562C}" dt="2025-12-12T02:43:48.783" v="188"/>
        <pc:sldMkLst>
          <pc:docMk/>
          <pc:sldMk cId="2525448797" sldId="324"/>
        </pc:sldMkLst>
        <pc:spChg chg="del">
          <ac:chgData name="Harrison Le" userId="S::lenghiemminhhieu@cityuniversity.edu::73c52c5f-df02-4085-82b8-2940fafac72c" providerId="AD" clId="Web-{CA5DF476-4CF1-8A09-AAB4-A2842867562C}" dt="2025-12-12T02:43:47.315" v="187"/>
          <ac:spMkLst>
            <pc:docMk/>
            <pc:sldMk cId="2525448797" sldId="324"/>
            <ac:spMk id="2" creationId="{F0CCFC08-C44D-379F-86F1-DD742CDB93FB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43:47.315" v="186"/>
          <ac:spMkLst>
            <pc:docMk/>
            <pc:sldMk cId="2525448797" sldId="324"/>
            <ac:spMk id="3" creationId="{276ED4ED-CEA1-6A0C-5AA6-3D8FA15ED34B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43:47.315" v="185"/>
          <ac:spMkLst>
            <pc:docMk/>
            <pc:sldMk cId="2525448797" sldId="324"/>
            <ac:spMk id="4" creationId="{80886469-6469-D44D-C58B-CE1F9FADB94F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43:47.315" v="184"/>
          <ac:spMkLst>
            <pc:docMk/>
            <pc:sldMk cId="2525448797" sldId="324"/>
            <ac:spMk id="5" creationId="{54ECCC21-54BB-48B0-C294-D4386A8CD94C}"/>
          </ac:spMkLst>
        </pc:spChg>
        <pc:picChg chg="add mod">
          <ac:chgData name="Harrison Le" userId="S::lenghiemminhhieu@cityuniversity.edu::73c52c5f-df02-4085-82b8-2940fafac72c" providerId="AD" clId="Web-{CA5DF476-4CF1-8A09-AAB4-A2842867562C}" dt="2025-12-12T02:43:48.783" v="188"/>
          <ac:picMkLst>
            <pc:docMk/>
            <pc:sldMk cId="2525448797" sldId="324"/>
            <ac:picMk id="6" creationId="{2DD7ABAD-1530-9463-3248-1C3ACD0F0650}"/>
          </ac:picMkLst>
        </pc:picChg>
      </pc:sldChg>
      <pc:sldChg chg="del">
        <pc:chgData name="Harrison Le" userId="S::lenghiemminhhieu@cityuniversity.edu::73c52c5f-df02-4085-82b8-2940fafac72c" providerId="AD" clId="Web-{CA5DF476-4CF1-8A09-AAB4-A2842867562C}" dt="2025-12-12T02:16:14.314" v="3"/>
        <pc:sldMkLst>
          <pc:docMk/>
          <pc:sldMk cId="2507043842" sldId="325"/>
        </pc:sldMkLst>
      </pc:sldChg>
      <pc:sldChg chg="addSp delSp modSp new modNotes">
        <pc:chgData name="Harrison Le" userId="S::lenghiemminhhieu@cityuniversity.edu::73c52c5f-df02-4085-82b8-2940fafac72c" providerId="AD" clId="Web-{CA5DF476-4CF1-8A09-AAB4-A2842867562C}" dt="2025-12-12T02:55:00.785" v="233" actId="1076"/>
        <pc:sldMkLst>
          <pc:docMk/>
          <pc:sldMk cId="3066867080" sldId="325"/>
        </pc:sldMkLst>
        <pc:spChg chg="del">
          <ac:chgData name="Harrison Le" userId="S::lenghiemminhhieu@cityuniversity.edu::73c52c5f-df02-4085-82b8-2940fafac72c" providerId="AD" clId="Web-{CA5DF476-4CF1-8A09-AAB4-A2842867562C}" dt="2025-12-12T02:50:39.813" v="210"/>
          <ac:spMkLst>
            <pc:docMk/>
            <pc:sldMk cId="3066867080" sldId="325"/>
            <ac:spMk id="2" creationId="{41289F3C-91BB-BC7D-6668-872ECB25C3F3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50:39.813" v="209"/>
          <ac:spMkLst>
            <pc:docMk/>
            <pc:sldMk cId="3066867080" sldId="325"/>
            <ac:spMk id="3" creationId="{76B10BC3-BBCC-C7BD-B5C8-D31DAA030F9A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50:39.813" v="208"/>
          <ac:spMkLst>
            <pc:docMk/>
            <pc:sldMk cId="3066867080" sldId="325"/>
            <ac:spMk id="4" creationId="{0565936D-02AE-26F0-C706-85518AD680F6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2:50:39.813" v="207"/>
          <ac:spMkLst>
            <pc:docMk/>
            <pc:sldMk cId="3066867080" sldId="325"/>
            <ac:spMk id="5" creationId="{2EC85111-5C0E-C498-108D-B3E2ADA4493C}"/>
          </ac:spMkLst>
        </pc:spChg>
        <pc:spChg chg="add del mod">
          <ac:chgData name="Harrison Le" userId="S::lenghiemminhhieu@cityuniversity.edu::73c52c5f-df02-4085-82b8-2940fafac72c" providerId="AD" clId="Web-{CA5DF476-4CF1-8A09-AAB4-A2842867562C}" dt="2025-12-12T02:54:52.472" v="230"/>
          <ac:spMkLst>
            <pc:docMk/>
            <pc:sldMk cId="3066867080" sldId="325"/>
            <ac:spMk id="8" creationId="{6D83F10E-94DB-90D1-1C85-062E1237590C}"/>
          </ac:spMkLst>
        </pc:spChg>
        <pc:spChg chg="add del mod">
          <ac:chgData name="Harrison Le" userId="S::lenghiemminhhieu@cityuniversity.edu::73c52c5f-df02-4085-82b8-2940fafac72c" providerId="AD" clId="Web-{CA5DF476-4CF1-8A09-AAB4-A2842867562C}" dt="2025-12-12T02:54:58.644" v="232"/>
          <ac:spMkLst>
            <pc:docMk/>
            <pc:sldMk cId="3066867080" sldId="325"/>
            <ac:spMk id="11" creationId="{A4C17B16-B2E3-FF43-A615-EC834332E4E7}"/>
          </ac:spMkLst>
        </pc:spChg>
        <pc:picChg chg="add del mod">
          <ac:chgData name="Harrison Le" userId="S::lenghiemminhhieu@cityuniversity.edu::73c52c5f-df02-4085-82b8-2940fafac72c" providerId="AD" clId="Web-{CA5DF476-4CF1-8A09-AAB4-A2842867562C}" dt="2025-12-12T02:54:46.112" v="226"/>
          <ac:picMkLst>
            <pc:docMk/>
            <pc:sldMk cId="3066867080" sldId="325"/>
            <ac:picMk id="6" creationId="{C3247938-90B7-649B-43CC-DFDD134D1176}"/>
          </ac:picMkLst>
        </pc:picChg>
        <pc:picChg chg="add mod">
          <ac:chgData name="Harrison Le" userId="S::lenghiemminhhieu@cityuniversity.edu::73c52c5f-df02-4085-82b8-2940fafac72c" providerId="AD" clId="Web-{CA5DF476-4CF1-8A09-AAB4-A2842867562C}" dt="2025-12-12T02:55:00.785" v="233" actId="1076"/>
          <ac:picMkLst>
            <pc:docMk/>
            <pc:sldMk cId="3066867080" sldId="325"/>
            <ac:picMk id="9" creationId="{4973111A-9703-B7F8-7D76-9340D1344409}"/>
          </ac:picMkLst>
        </pc:picChg>
      </pc:sldChg>
      <pc:sldChg chg="del">
        <pc:chgData name="Harrison Le" userId="S::lenghiemminhhieu@cityuniversity.edu::73c52c5f-df02-4085-82b8-2940fafac72c" providerId="AD" clId="Web-{CA5DF476-4CF1-8A09-AAB4-A2842867562C}" dt="2025-12-12T02:16:18.799" v="6"/>
        <pc:sldMkLst>
          <pc:docMk/>
          <pc:sldMk cId="1821331042" sldId="326"/>
        </pc:sldMkLst>
      </pc:sldChg>
      <pc:sldChg chg="addSp delSp modSp new modNotes">
        <pc:chgData name="Harrison Le" userId="S::lenghiemminhhieu@cityuniversity.edu::73c52c5f-df02-4085-82b8-2940fafac72c" providerId="AD" clId="Web-{CA5DF476-4CF1-8A09-AAB4-A2842867562C}" dt="2025-12-12T03:13:12.499" v="249" actId="1076"/>
        <pc:sldMkLst>
          <pc:docMk/>
          <pc:sldMk cId="2264829443" sldId="326"/>
        </pc:sldMkLst>
        <pc:spChg chg="mod">
          <ac:chgData name="Harrison Le" userId="S::lenghiemminhhieu@cityuniversity.edu::73c52c5f-df02-4085-82b8-2940fafac72c" providerId="AD" clId="Web-{CA5DF476-4CF1-8A09-AAB4-A2842867562C}" dt="2025-12-12T03:12:40.373" v="244" actId="1076"/>
          <ac:spMkLst>
            <pc:docMk/>
            <pc:sldMk cId="2264829443" sldId="326"/>
            <ac:spMk id="2" creationId="{862B7C6A-C4EB-C1EE-C4CC-FFF6C9008028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3:12:33.295" v="241"/>
          <ac:spMkLst>
            <pc:docMk/>
            <pc:sldMk cId="2264829443" sldId="326"/>
            <ac:spMk id="3" creationId="{2CF9A2E8-A850-E46B-24C2-0588A6775572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3:12:33.295" v="240"/>
          <ac:spMkLst>
            <pc:docMk/>
            <pc:sldMk cId="2264829443" sldId="326"/>
            <ac:spMk id="4" creationId="{81DEE697-5A01-2EC1-D778-A2336E257842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3:12:33.295" v="239"/>
          <ac:spMkLst>
            <pc:docMk/>
            <pc:sldMk cId="2264829443" sldId="326"/>
            <ac:spMk id="5" creationId="{B72BF4E1-4B2E-5B73-4043-B696D2D9A374}"/>
          </ac:spMkLst>
        </pc:spChg>
        <pc:spChg chg="add mod">
          <ac:chgData name="Harrison Le" userId="S::lenghiemminhhieu@cityuniversity.edu::73c52c5f-df02-4085-82b8-2940fafac72c" providerId="AD" clId="Web-{CA5DF476-4CF1-8A09-AAB4-A2842867562C}" dt="2025-12-12T03:13:12.499" v="249" actId="1076"/>
          <ac:spMkLst>
            <pc:docMk/>
            <pc:sldMk cId="2264829443" sldId="326"/>
            <ac:spMk id="6" creationId="{8F4ECEC2-7300-46AC-58A2-C2FCF7051507}"/>
          </ac:spMkLst>
        </pc:spChg>
      </pc:sldChg>
      <pc:sldChg chg="addSp delSp modSp add replId modNotes">
        <pc:chgData name="Harrison Le" userId="S::lenghiemminhhieu@cityuniversity.edu::73c52c5f-df02-4085-82b8-2940fafac72c" providerId="AD" clId="Web-{CA5DF476-4CF1-8A09-AAB4-A2842867562C}" dt="2025-12-12T03:15:23.963" v="266"/>
        <pc:sldMkLst>
          <pc:docMk/>
          <pc:sldMk cId="2326781207" sldId="327"/>
        </pc:sldMkLst>
        <pc:spChg chg="add mod">
          <ac:chgData name="Harrison Le" userId="S::lenghiemminhhieu@cityuniversity.edu::73c52c5f-df02-4085-82b8-2940fafac72c" providerId="AD" clId="Web-{CA5DF476-4CF1-8A09-AAB4-A2842867562C}" dt="2025-12-12T03:13:45.687" v="263" actId="1076"/>
          <ac:spMkLst>
            <pc:docMk/>
            <pc:sldMk cId="2326781207" sldId="327"/>
            <ac:spMk id="3" creationId="{65F09D48-D568-570B-0A67-4BE45FBF7179}"/>
          </ac:spMkLst>
        </pc:spChg>
        <pc:spChg chg="del mod">
          <ac:chgData name="Harrison Le" userId="S::lenghiemminhhieu@cityuniversity.edu::73c52c5f-df02-4085-82b8-2940fafac72c" providerId="AD" clId="Web-{CA5DF476-4CF1-8A09-AAB4-A2842867562C}" dt="2025-12-12T03:13:41.171" v="259"/>
          <ac:spMkLst>
            <pc:docMk/>
            <pc:sldMk cId="2326781207" sldId="327"/>
            <ac:spMk id="6" creationId="{E25D6CDA-CC99-DA88-E310-0C99ADC8B04D}"/>
          </ac:spMkLst>
        </pc:spChg>
      </pc:sldChg>
      <pc:sldChg chg="del">
        <pc:chgData name="Harrison Le" userId="S::lenghiemminhhieu@cityuniversity.edu::73c52c5f-df02-4085-82b8-2940fafac72c" providerId="AD" clId="Web-{CA5DF476-4CF1-8A09-AAB4-A2842867562C}" dt="2025-12-12T02:16:32.533" v="9"/>
        <pc:sldMkLst>
          <pc:docMk/>
          <pc:sldMk cId="3297341804" sldId="327"/>
        </pc:sldMkLst>
      </pc:sldChg>
      <pc:sldChg chg="delSp new del">
        <pc:chgData name="Harrison Le" userId="S::lenghiemminhhieu@cityuniversity.edu::73c52c5f-df02-4085-82b8-2940fafac72c" providerId="AD" clId="Web-{CA5DF476-4CF1-8A09-AAB4-A2842867562C}" dt="2025-12-12T03:13:32.046" v="255"/>
        <pc:sldMkLst>
          <pc:docMk/>
          <pc:sldMk cId="3809737793" sldId="327"/>
        </pc:sldMkLst>
        <pc:spChg chg="del">
          <ac:chgData name="Harrison Le" userId="S::lenghiemminhhieu@cityuniversity.edu::73c52c5f-df02-4085-82b8-2940fafac72c" providerId="AD" clId="Web-{CA5DF476-4CF1-8A09-AAB4-A2842867562C}" dt="2025-12-12T03:13:29.359" v="254"/>
          <ac:spMkLst>
            <pc:docMk/>
            <pc:sldMk cId="3809737793" sldId="327"/>
            <ac:spMk id="2" creationId="{0534FD8C-946E-896E-BE7D-086E768173CB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3:13:29.359" v="253"/>
          <ac:spMkLst>
            <pc:docMk/>
            <pc:sldMk cId="3809737793" sldId="327"/>
            <ac:spMk id="3" creationId="{0352CC1A-875A-D507-074D-4155B7BE248C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3:13:29.343" v="252"/>
          <ac:spMkLst>
            <pc:docMk/>
            <pc:sldMk cId="3809737793" sldId="327"/>
            <ac:spMk id="4" creationId="{16A01C2F-39CE-715E-323F-CF57BE3DB57C}"/>
          </ac:spMkLst>
        </pc:spChg>
        <pc:spChg chg="del">
          <ac:chgData name="Harrison Le" userId="S::lenghiemminhhieu@cityuniversity.edu::73c52c5f-df02-4085-82b8-2940fafac72c" providerId="AD" clId="Web-{CA5DF476-4CF1-8A09-AAB4-A2842867562C}" dt="2025-12-12T03:13:29.343" v="251"/>
          <ac:spMkLst>
            <pc:docMk/>
            <pc:sldMk cId="3809737793" sldId="327"/>
            <ac:spMk id="5" creationId="{D0CFDB01-9A08-4FF2-E265-E354CC018BC2}"/>
          </ac:spMkLst>
        </pc:spChg>
      </pc:sldChg>
      <pc:sldChg chg="del">
        <pc:chgData name="Harrison Le" userId="S::lenghiemminhhieu@cityuniversity.edu::73c52c5f-df02-4085-82b8-2940fafac72c" providerId="AD" clId="Web-{CA5DF476-4CF1-8A09-AAB4-A2842867562C}" dt="2025-12-12T02:16:35.392" v="10"/>
        <pc:sldMkLst>
          <pc:docMk/>
          <pc:sldMk cId="482894309" sldId="328"/>
        </pc:sldMkLst>
      </pc:sldChg>
      <pc:sldChg chg="del">
        <pc:chgData name="Harrison Le" userId="S::lenghiemminhhieu@cityuniversity.edu::73c52c5f-df02-4085-82b8-2940fafac72c" providerId="AD" clId="Web-{CA5DF476-4CF1-8A09-AAB4-A2842867562C}" dt="2025-12-12T02:16:55.267" v="14"/>
        <pc:sldMkLst>
          <pc:docMk/>
          <pc:sldMk cId="663690930" sldId="329"/>
        </pc:sldMkLst>
      </pc:sldChg>
      <pc:sldChg chg="del">
        <pc:chgData name="Harrison Le" userId="S::lenghiemminhhieu@cityuniversity.edu::73c52c5f-df02-4085-82b8-2940fafac72c" providerId="AD" clId="Web-{CA5DF476-4CF1-8A09-AAB4-A2842867562C}" dt="2025-12-12T02:16:37.970" v="11"/>
        <pc:sldMkLst>
          <pc:docMk/>
          <pc:sldMk cId="2176856730" sldId="330"/>
        </pc:sldMkLst>
      </pc:sldChg>
      <pc:sldChg chg="del">
        <pc:chgData name="Harrison Le" userId="S::lenghiemminhhieu@cityuniversity.edu::73c52c5f-df02-4085-82b8-2940fafac72c" providerId="AD" clId="Web-{CA5DF476-4CF1-8A09-AAB4-A2842867562C}" dt="2025-12-12T02:16:29.970" v="8"/>
        <pc:sldMkLst>
          <pc:docMk/>
          <pc:sldMk cId="1605201374" sldId="332"/>
        </pc:sldMkLst>
      </pc:sldChg>
      <pc:sldChg chg="del">
        <pc:chgData name="Harrison Le" userId="S::lenghiemminhhieu@cityuniversity.edu::73c52c5f-df02-4085-82b8-2940fafac72c" providerId="AD" clId="Web-{CA5DF476-4CF1-8A09-AAB4-A2842867562C}" dt="2025-12-12T02:16:17.033" v="5"/>
        <pc:sldMkLst>
          <pc:docMk/>
          <pc:sldMk cId="1928111436" sldId="333"/>
        </pc:sldMkLst>
      </pc:sldChg>
      <pc:sldChg chg="del">
        <pc:chgData name="Harrison Le" userId="S::lenghiemminhhieu@cityuniversity.edu::73c52c5f-df02-4085-82b8-2940fafac72c" providerId="AD" clId="Web-{CA5DF476-4CF1-8A09-AAB4-A2842867562C}" dt="2025-12-12T02:16:44.939" v="12"/>
        <pc:sldMkLst>
          <pc:docMk/>
          <pc:sldMk cId="3696297187" sldId="334"/>
        </pc:sldMkLst>
      </pc:sldChg>
      <pc:sldChg chg="del">
        <pc:chgData name="Harrison Le" userId="S::lenghiemminhhieu@cityuniversity.edu::73c52c5f-df02-4085-82b8-2940fafac72c" providerId="AD" clId="Web-{CA5DF476-4CF1-8A09-AAB4-A2842867562C}" dt="2025-12-12T02:16:47.548" v="13"/>
        <pc:sldMkLst>
          <pc:docMk/>
          <pc:sldMk cId="1215298987" sldId="33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>
          <a:extLst>
            <a:ext uri="{FF2B5EF4-FFF2-40B4-BE49-F238E27FC236}">
              <a16:creationId xmlns:a16="http://schemas.microsoft.com/office/drawing/2014/main" id="{E3D09B50-5A42-273A-1CBC-EBBCF2A82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13e8d18c88a_2_13761:notes">
            <a:extLst>
              <a:ext uri="{FF2B5EF4-FFF2-40B4-BE49-F238E27FC236}">
                <a16:creationId xmlns:a16="http://schemas.microsoft.com/office/drawing/2014/main" id="{7826649D-D7EF-4C2F-9172-E261AD63A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13e8d18c88a_2_13761:notes">
            <a:extLst>
              <a:ext uri="{FF2B5EF4-FFF2-40B4-BE49-F238E27FC236}">
                <a16:creationId xmlns:a16="http://schemas.microsoft.com/office/drawing/2014/main" id="{72A32511-B5FB-05A5-11F4-DE50A3B0B4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vi"/>
          </a:p>
        </p:txBody>
      </p:sp>
    </p:spTree>
    <p:extLst>
      <p:ext uri="{BB962C8B-B14F-4D97-AF65-F5344CB8AC3E}">
        <p14:creationId xmlns:p14="http://schemas.microsoft.com/office/powerpoint/2010/main" val="1389054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>
          <a:extLst>
            <a:ext uri="{FF2B5EF4-FFF2-40B4-BE49-F238E27FC236}">
              <a16:creationId xmlns:a16="http://schemas.microsoft.com/office/drawing/2014/main" id="{94E1D7A3-9309-894E-9670-5FB0678D0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13e8d18c88a_2_13761:notes">
            <a:extLst>
              <a:ext uri="{FF2B5EF4-FFF2-40B4-BE49-F238E27FC236}">
                <a16:creationId xmlns:a16="http://schemas.microsoft.com/office/drawing/2014/main" id="{9B1D489C-1F56-BE85-1D8A-C7E230349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13e8d18c88a_2_13761:notes">
            <a:extLst>
              <a:ext uri="{FF2B5EF4-FFF2-40B4-BE49-F238E27FC236}">
                <a16:creationId xmlns:a16="http://schemas.microsoft.com/office/drawing/2014/main" id="{4E60E0E8-7F9E-B605-7FEE-7BBF99D0B2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vi"/>
          </a:p>
        </p:txBody>
      </p:sp>
    </p:spTree>
    <p:extLst>
      <p:ext uri="{BB962C8B-B14F-4D97-AF65-F5344CB8AC3E}">
        <p14:creationId xmlns:p14="http://schemas.microsoft.com/office/powerpoint/2010/main" val="3605826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>
          <a:extLst>
            <a:ext uri="{FF2B5EF4-FFF2-40B4-BE49-F238E27FC236}">
              <a16:creationId xmlns:a16="http://schemas.microsoft.com/office/drawing/2014/main" id="{AC715BD5-5A54-E421-AA8C-9DAA3D84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13e8d18c88a_2_13761:notes">
            <a:extLst>
              <a:ext uri="{FF2B5EF4-FFF2-40B4-BE49-F238E27FC236}">
                <a16:creationId xmlns:a16="http://schemas.microsoft.com/office/drawing/2014/main" id="{0315F889-DA5A-B9C7-AB47-E584D41D59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13e8d18c88a_2_13761:notes">
            <a:extLst>
              <a:ext uri="{FF2B5EF4-FFF2-40B4-BE49-F238E27FC236}">
                <a16:creationId xmlns:a16="http://schemas.microsoft.com/office/drawing/2014/main" id="{BECC3E11-ACD9-6410-26F0-EE6B7A0AC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vi"/>
          </a:p>
        </p:txBody>
      </p:sp>
    </p:spTree>
    <p:extLst>
      <p:ext uri="{BB962C8B-B14F-4D97-AF65-F5344CB8AC3E}">
        <p14:creationId xmlns:p14="http://schemas.microsoft.com/office/powerpoint/2010/main" val="3587716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>
          <a:extLst>
            <a:ext uri="{FF2B5EF4-FFF2-40B4-BE49-F238E27FC236}">
              <a16:creationId xmlns:a16="http://schemas.microsoft.com/office/drawing/2014/main" id="{3E80437F-7BD9-C295-59E5-4B1743990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13e8d18c88a_2_13761:notes">
            <a:extLst>
              <a:ext uri="{FF2B5EF4-FFF2-40B4-BE49-F238E27FC236}">
                <a16:creationId xmlns:a16="http://schemas.microsoft.com/office/drawing/2014/main" id="{2ED372A1-16D7-5068-929C-48A8D16627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13e8d18c88a_2_13761:notes">
            <a:extLst>
              <a:ext uri="{FF2B5EF4-FFF2-40B4-BE49-F238E27FC236}">
                <a16:creationId xmlns:a16="http://schemas.microsoft.com/office/drawing/2014/main" id="{9F68435C-951E-C19B-C7D9-4797507AF2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vi"/>
          </a:p>
        </p:txBody>
      </p:sp>
    </p:spTree>
    <p:extLst>
      <p:ext uri="{BB962C8B-B14F-4D97-AF65-F5344CB8AC3E}">
        <p14:creationId xmlns:p14="http://schemas.microsoft.com/office/powerpoint/2010/main" val="135420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>
          <a:extLst>
            <a:ext uri="{FF2B5EF4-FFF2-40B4-BE49-F238E27FC236}">
              <a16:creationId xmlns:a16="http://schemas.microsoft.com/office/drawing/2014/main" id="{4BA1838E-70BB-92E2-F3BD-3CA920300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13e8d18c88a_2_13761:notes">
            <a:extLst>
              <a:ext uri="{FF2B5EF4-FFF2-40B4-BE49-F238E27FC236}">
                <a16:creationId xmlns:a16="http://schemas.microsoft.com/office/drawing/2014/main" id="{50391934-E277-AB56-1490-3E38E67F9D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13e8d18c88a_2_13761:notes">
            <a:extLst>
              <a:ext uri="{FF2B5EF4-FFF2-40B4-BE49-F238E27FC236}">
                <a16:creationId xmlns:a16="http://schemas.microsoft.com/office/drawing/2014/main" id="{59A2FB53-F252-616A-0A2C-63C5E0B2EB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vi"/>
          </a:p>
        </p:txBody>
      </p:sp>
    </p:spTree>
    <p:extLst>
      <p:ext uri="{BB962C8B-B14F-4D97-AF65-F5344CB8AC3E}">
        <p14:creationId xmlns:p14="http://schemas.microsoft.com/office/powerpoint/2010/main" val="3789183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>
          <a:extLst>
            <a:ext uri="{FF2B5EF4-FFF2-40B4-BE49-F238E27FC236}">
              <a16:creationId xmlns:a16="http://schemas.microsoft.com/office/drawing/2014/main" id="{7E4C0EB9-A91F-5FBA-9B73-1F8D436A6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13e8d18c88a_2_13761:notes">
            <a:extLst>
              <a:ext uri="{FF2B5EF4-FFF2-40B4-BE49-F238E27FC236}">
                <a16:creationId xmlns:a16="http://schemas.microsoft.com/office/drawing/2014/main" id="{8BDBB2A3-7F31-A93A-2612-BD45658DF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13e8d18c88a_2_13761:notes">
            <a:extLst>
              <a:ext uri="{FF2B5EF4-FFF2-40B4-BE49-F238E27FC236}">
                <a16:creationId xmlns:a16="http://schemas.microsoft.com/office/drawing/2014/main" id="{4610A372-D268-2CAB-CCB3-85422BBFCF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vi"/>
          </a:p>
        </p:txBody>
      </p:sp>
    </p:spTree>
    <p:extLst>
      <p:ext uri="{BB962C8B-B14F-4D97-AF65-F5344CB8AC3E}">
        <p14:creationId xmlns:p14="http://schemas.microsoft.com/office/powerpoint/2010/main" val="3780541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>
          <a:extLst>
            <a:ext uri="{FF2B5EF4-FFF2-40B4-BE49-F238E27FC236}">
              <a16:creationId xmlns:a16="http://schemas.microsoft.com/office/drawing/2014/main" id="{CAF4C7AF-711A-9F44-7E5A-963DA364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13e8d18c88a_2_13761:notes">
            <a:extLst>
              <a:ext uri="{FF2B5EF4-FFF2-40B4-BE49-F238E27FC236}">
                <a16:creationId xmlns:a16="http://schemas.microsoft.com/office/drawing/2014/main" id="{A2AF06A1-450A-FF5A-C1CA-F5E2DF3584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13e8d18c88a_2_13761:notes">
            <a:extLst>
              <a:ext uri="{FF2B5EF4-FFF2-40B4-BE49-F238E27FC236}">
                <a16:creationId xmlns:a16="http://schemas.microsoft.com/office/drawing/2014/main" id="{60AA897D-EAC4-55FA-C2D3-79977C936F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vi"/>
          </a:p>
        </p:txBody>
      </p:sp>
    </p:spTree>
    <p:extLst>
      <p:ext uri="{BB962C8B-B14F-4D97-AF65-F5344CB8AC3E}">
        <p14:creationId xmlns:p14="http://schemas.microsoft.com/office/powerpoint/2010/main" val="1031744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>
          <a:extLst>
            <a:ext uri="{FF2B5EF4-FFF2-40B4-BE49-F238E27FC236}">
              <a16:creationId xmlns:a16="http://schemas.microsoft.com/office/drawing/2014/main" id="{418FF4A2-F594-4F1F-BA79-22FE6E86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13e8d18c88a_2_13761:notes">
            <a:extLst>
              <a:ext uri="{FF2B5EF4-FFF2-40B4-BE49-F238E27FC236}">
                <a16:creationId xmlns:a16="http://schemas.microsoft.com/office/drawing/2014/main" id="{E9A17092-C983-F6D1-6083-EF00677038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13e8d18c88a_2_13761:notes">
            <a:extLst>
              <a:ext uri="{FF2B5EF4-FFF2-40B4-BE49-F238E27FC236}">
                <a16:creationId xmlns:a16="http://schemas.microsoft.com/office/drawing/2014/main" id="{2142D407-DBFB-8FA9-F5F9-C87BF50938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vi"/>
          </a:p>
        </p:txBody>
      </p:sp>
    </p:spTree>
    <p:extLst>
      <p:ext uri="{BB962C8B-B14F-4D97-AF65-F5344CB8AC3E}">
        <p14:creationId xmlns:p14="http://schemas.microsoft.com/office/powerpoint/2010/main" val="2260037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13e8d18c88a_2_13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13e8d18c88a_2_13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100925"/>
            <a:ext cx="4192200" cy="193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693975"/>
            <a:ext cx="4192200" cy="34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713225" y="3171000"/>
            <a:ext cx="4192200" cy="3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13225" y="402336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1125425" y="2196663"/>
            <a:ext cx="30633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1125425" y="2676325"/>
            <a:ext cx="3063300" cy="17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4955275" y="2196663"/>
            <a:ext cx="30633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4955275" y="2676325"/>
            <a:ext cx="3063300" cy="17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 flipH="1">
            <a:off x="531975" y="407828"/>
            <a:ext cx="932450" cy="91500"/>
            <a:chOff x="7482125" y="4632953"/>
            <a:chExt cx="932450" cy="91500"/>
          </a:xfrm>
        </p:grpSpPr>
        <p:sp>
          <p:nvSpPr>
            <p:cNvPr id="39" name="Google Shape;39;p5"/>
            <p:cNvSpPr/>
            <p:nvPr/>
          </p:nvSpPr>
          <p:spPr>
            <a:xfrm>
              <a:off x="7482125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8127500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8323075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713225" y="402336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55226" y="-423953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 rot="5400000">
            <a:off x="8341122" y="4328120"/>
            <a:ext cx="627650" cy="91500"/>
            <a:chOff x="7879322" y="399595"/>
            <a:chExt cx="627650" cy="91500"/>
          </a:xfrm>
        </p:grpSpPr>
        <p:sp>
          <p:nvSpPr>
            <p:cNvPr id="47" name="Google Shape;47;p6"/>
            <p:cNvSpPr/>
            <p:nvPr/>
          </p:nvSpPr>
          <p:spPr>
            <a:xfrm>
              <a:off x="787932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8070844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841547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13225" y="935989"/>
            <a:ext cx="3474600" cy="10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13225" y="1957511"/>
            <a:ext cx="3474600" cy="22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177250" y="1315650"/>
            <a:ext cx="4789500" cy="25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7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713225" y="3479100"/>
            <a:ext cx="3594900" cy="11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</a:lstStyle>
          <a:p>
            <a:endParaRPr/>
          </a:p>
        </p:txBody>
      </p:sp>
      <p:sp>
        <p:nvSpPr>
          <p:cNvPr id="63" name="Google Shape;63;p10"/>
          <p:cNvSpPr/>
          <p:nvPr/>
        </p:nvSpPr>
        <p:spPr>
          <a:xfrm>
            <a:off x="8470085" y="-123923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1776425" y="1602225"/>
            <a:ext cx="5591100" cy="14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9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776450" y="3097275"/>
            <a:ext cx="5591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280725" y="252475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713225" y="402336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sz="3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2" hasCustomPrompt="1"/>
          </p:nvPr>
        </p:nvSpPr>
        <p:spPr>
          <a:xfrm>
            <a:off x="713220" y="1142183"/>
            <a:ext cx="1938900" cy="6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1"/>
          </p:nvPr>
        </p:nvSpPr>
        <p:spPr>
          <a:xfrm>
            <a:off x="713225" y="1842704"/>
            <a:ext cx="19389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nit SemiBold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3"/>
          </p:nvPr>
        </p:nvSpPr>
        <p:spPr>
          <a:xfrm>
            <a:off x="713220" y="2235496"/>
            <a:ext cx="1938900" cy="5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4" hasCustomPrompt="1"/>
          </p:nvPr>
        </p:nvSpPr>
        <p:spPr>
          <a:xfrm>
            <a:off x="713220" y="2875273"/>
            <a:ext cx="1938900" cy="6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5"/>
          </p:nvPr>
        </p:nvSpPr>
        <p:spPr>
          <a:xfrm>
            <a:off x="713225" y="3581983"/>
            <a:ext cx="19389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nit SemiBold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6"/>
          </p:nvPr>
        </p:nvSpPr>
        <p:spPr>
          <a:xfrm>
            <a:off x="713220" y="3970131"/>
            <a:ext cx="1938900" cy="5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7" hasCustomPrompt="1"/>
          </p:nvPr>
        </p:nvSpPr>
        <p:spPr>
          <a:xfrm>
            <a:off x="6491830" y="2875273"/>
            <a:ext cx="1938900" cy="6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8"/>
          </p:nvPr>
        </p:nvSpPr>
        <p:spPr>
          <a:xfrm>
            <a:off x="6491828" y="3581983"/>
            <a:ext cx="19389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nit SemiBold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subTitle" idx="9"/>
          </p:nvPr>
        </p:nvSpPr>
        <p:spPr>
          <a:xfrm>
            <a:off x="6491830" y="3970131"/>
            <a:ext cx="1938900" cy="5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3" hasCustomPrompt="1"/>
          </p:nvPr>
        </p:nvSpPr>
        <p:spPr>
          <a:xfrm>
            <a:off x="6491830" y="1142180"/>
            <a:ext cx="1938900" cy="6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14"/>
          </p:nvPr>
        </p:nvSpPr>
        <p:spPr>
          <a:xfrm>
            <a:off x="6491828" y="1842704"/>
            <a:ext cx="19389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nit SemiBold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subTitle" idx="15"/>
          </p:nvPr>
        </p:nvSpPr>
        <p:spPr>
          <a:xfrm>
            <a:off x="6491830" y="2235496"/>
            <a:ext cx="1938900" cy="5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3913976" y="4248117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14"/>
          <p:cNvGrpSpPr/>
          <p:nvPr/>
        </p:nvGrpSpPr>
        <p:grpSpPr>
          <a:xfrm>
            <a:off x="7498325" y="405628"/>
            <a:ext cx="932450" cy="91500"/>
            <a:chOff x="7482125" y="4632953"/>
            <a:chExt cx="932450" cy="91500"/>
          </a:xfrm>
        </p:grpSpPr>
        <p:sp>
          <p:nvSpPr>
            <p:cNvPr id="111" name="Google Shape;111;p14"/>
            <p:cNvSpPr/>
            <p:nvPr/>
          </p:nvSpPr>
          <p:spPr>
            <a:xfrm>
              <a:off x="7482125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8127500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8323075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280725" y="252475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1"/>
          </p:nvPr>
        </p:nvSpPr>
        <p:spPr>
          <a:xfrm>
            <a:off x="2632543" y="3637073"/>
            <a:ext cx="28797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nit SemiBold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subTitle" idx="2"/>
          </p:nvPr>
        </p:nvSpPr>
        <p:spPr>
          <a:xfrm>
            <a:off x="2632543" y="2557863"/>
            <a:ext cx="4765500" cy="10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ubTitle" idx="1"/>
          </p:nvPr>
        </p:nvSpPr>
        <p:spPr>
          <a:xfrm>
            <a:off x="1365388" y="931241"/>
            <a:ext cx="26061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nit SemiBold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9pPr>
          </a:lstStyle>
          <a:p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subTitle" idx="2"/>
          </p:nvPr>
        </p:nvSpPr>
        <p:spPr>
          <a:xfrm>
            <a:off x="1365388" y="1410891"/>
            <a:ext cx="26061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ubTitle" idx="3"/>
          </p:nvPr>
        </p:nvSpPr>
        <p:spPr>
          <a:xfrm>
            <a:off x="5172513" y="2907065"/>
            <a:ext cx="26061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nit SemiBold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9pPr>
          </a:lstStyle>
          <a:p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subTitle" idx="4"/>
          </p:nvPr>
        </p:nvSpPr>
        <p:spPr>
          <a:xfrm>
            <a:off x="5172513" y="3384766"/>
            <a:ext cx="26061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2" name="Google Shape;162;p21"/>
          <p:cNvGrpSpPr/>
          <p:nvPr/>
        </p:nvGrpSpPr>
        <p:grpSpPr>
          <a:xfrm flipH="1">
            <a:off x="531975" y="407828"/>
            <a:ext cx="932450" cy="91500"/>
            <a:chOff x="7482125" y="4632953"/>
            <a:chExt cx="932450" cy="91500"/>
          </a:xfrm>
        </p:grpSpPr>
        <p:sp>
          <p:nvSpPr>
            <p:cNvPr id="163" name="Google Shape;163;p21"/>
            <p:cNvSpPr/>
            <p:nvPr/>
          </p:nvSpPr>
          <p:spPr>
            <a:xfrm>
              <a:off x="7482125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1"/>
            <p:cNvSpPr/>
            <p:nvPr/>
          </p:nvSpPr>
          <p:spPr>
            <a:xfrm>
              <a:off x="8127500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1"/>
            <p:cNvSpPr/>
            <p:nvPr/>
          </p:nvSpPr>
          <p:spPr>
            <a:xfrm>
              <a:off x="8323075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6" name="Google Shape;166;p21"/>
          <p:cNvSpPr/>
          <p:nvPr/>
        </p:nvSpPr>
        <p:spPr>
          <a:xfrm>
            <a:off x="653726" y="422959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6820726" y="-428181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2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2"/>
          <p:cNvSpPr txBox="1">
            <a:spLocks noGrp="1"/>
          </p:cNvSpPr>
          <p:nvPr>
            <p:ph type="subTitle" idx="1"/>
          </p:nvPr>
        </p:nvSpPr>
        <p:spPr>
          <a:xfrm>
            <a:off x="713225" y="3129369"/>
            <a:ext cx="22404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nit SemiBold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9pPr>
          </a:lstStyle>
          <a:p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subTitle" idx="2"/>
          </p:nvPr>
        </p:nvSpPr>
        <p:spPr>
          <a:xfrm>
            <a:off x="713225" y="3608779"/>
            <a:ext cx="22404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3"/>
          </p:nvPr>
        </p:nvSpPr>
        <p:spPr>
          <a:xfrm>
            <a:off x="6190325" y="1429319"/>
            <a:ext cx="22404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nit SemiBold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Kanit SemiBold"/>
              <a:buNone/>
              <a:defRPr sz="2000">
                <a:latin typeface="Kanit SemiBold"/>
                <a:ea typeface="Kanit SemiBold"/>
                <a:cs typeface="Kanit SemiBold"/>
                <a:sym typeface="Kanit SemiBold"/>
              </a:defRPr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4"/>
          </p:nvPr>
        </p:nvSpPr>
        <p:spPr>
          <a:xfrm>
            <a:off x="6190325" y="1908979"/>
            <a:ext cx="22404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4" name="Google Shape;174;p22"/>
          <p:cNvGrpSpPr/>
          <p:nvPr/>
        </p:nvGrpSpPr>
        <p:grpSpPr>
          <a:xfrm flipH="1">
            <a:off x="531975" y="407828"/>
            <a:ext cx="932450" cy="91500"/>
            <a:chOff x="7482125" y="4632953"/>
            <a:chExt cx="932450" cy="91500"/>
          </a:xfrm>
        </p:grpSpPr>
        <p:sp>
          <p:nvSpPr>
            <p:cNvPr id="175" name="Google Shape;175;p22"/>
            <p:cNvSpPr/>
            <p:nvPr/>
          </p:nvSpPr>
          <p:spPr>
            <a:xfrm>
              <a:off x="7482125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2"/>
            <p:cNvSpPr/>
            <p:nvPr/>
          </p:nvSpPr>
          <p:spPr>
            <a:xfrm>
              <a:off x="8127500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2"/>
            <p:cNvSpPr/>
            <p:nvPr/>
          </p:nvSpPr>
          <p:spPr>
            <a:xfrm>
              <a:off x="8323075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22"/>
          <p:cNvSpPr txBox="1">
            <a:spLocks noGrp="1"/>
          </p:cNvSpPr>
          <p:nvPr>
            <p:ph type="title"/>
          </p:nvPr>
        </p:nvSpPr>
        <p:spPr>
          <a:xfrm>
            <a:off x="713225" y="402336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6947251" y="422959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2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title"/>
          </p:nvPr>
        </p:nvSpPr>
        <p:spPr>
          <a:xfrm>
            <a:off x="713225" y="402336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body" idx="1"/>
          </p:nvPr>
        </p:nvSpPr>
        <p:spPr>
          <a:xfrm>
            <a:off x="713175" y="996625"/>
            <a:ext cx="3852300" cy="36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body" idx="2"/>
          </p:nvPr>
        </p:nvSpPr>
        <p:spPr>
          <a:xfrm>
            <a:off x="4578523" y="996625"/>
            <a:ext cx="3852300" cy="36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23"/>
          <p:cNvSpPr/>
          <p:nvPr/>
        </p:nvSpPr>
        <p:spPr>
          <a:xfrm>
            <a:off x="55226" y="-413699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subTitle" idx="1"/>
          </p:nvPr>
        </p:nvSpPr>
        <p:spPr>
          <a:xfrm>
            <a:off x="713225" y="1990250"/>
            <a:ext cx="24690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subTitle" idx="2"/>
          </p:nvPr>
        </p:nvSpPr>
        <p:spPr>
          <a:xfrm>
            <a:off x="713225" y="2469898"/>
            <a:ext cx="24690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ubTitle" idx="3"/>
          </p:nvPr>
        </p:nvSpPr>
        <p:spPr>
          <a:xfrm>
            <a:off x="5961775" y="1990250"/>
            <a:ext cx="24690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subTitle" idx="4"/>
          </p:nvPr>
        </p:nvSpPr>
        <p:spPr>
          <a:xfrm>
            <a:off x="5961775" y="2469898"/>
            <a:ext cx="24690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4"/>
          <p:cNvSpPr txBox="1">
            <a:spLocks noGrp="1"/>
          </p:cNvSpPr>
          <p:nvPr>
            <p:ph type="subTitle" idx="5"/>
          </p:nvPr>
        </p:nvSpPr>
        <p:spPr>
          <a:xfrm>
            <a:off x="3337500" y="2819925"/>
            <a:ext cx="24690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193" name="Google Shape;193;p24"/>
          <p:cNvSpPr txBox="1">
            <a:spLocks noGrp="1"/>
          </p:cNvSpPr>
          <p:nvPr>
            <p:ph type="subTitle" idx="6"/>
          </p:nvPr>
        </p:nvSpPr>
        <p:spPr>
          <a:xfrm>
            <a:off x="3337500" y="3304173"/>
            <a:ext cx="2469000" cy="1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4"/>
          <p:cNvSpPr txBox="1">
            <a:spLocks noGrp="1"/>
          </p:cNvSpPr>
          <p:nvPr>
            <p:ph type="title"/>
          </p:nvPr>
        </p:nvSpPr>
        <p:spPr>
          <a:xfrm>
            <a:off x="713225" y="402336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95" name="Google Shape;195;p24"/>
          <p:cNvGrpSpPr/>
          <p:nvPr/>
        </p:nvGrpSpPr>
        <p:grpSpPr>
          <a:xfrm rot="10800000" flipH="1">
            <a:off x="713222" y="360785"/>
            <a:ext cx="627650" cy="91500"/>
            <a:chOff x="7879322" y="399595"/>
            <a:chExt cx="627650" cy="91500"/>
          </a:xfrm>
        </p:grpSpPr>
        <p:sp>
          <p:nvSpPr>
            <p:cNvPr id="196" name="Google Shape;196;p24"/>
            <p:cNvSpPr/>
            <p:nvPr/>
          </p:nvSpPr>
          <p:spPr>
            <a:xfrm>
              <a:off x="787932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8070844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841547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" name="Google Shape;199;p24"/>
          <p:cNvSpPr/>
          <p:nvPr/>
        </p:nvSpPr>
        <p:spPr>
          <a:xfrm>
            <a:off x="1113601" y="4256792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_AND_TWO_COLUMNS_1_1_2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5"/>
          <p:cNvSpPr txBox="1">
            <a:spLocks noGrp="1"/>
          </p:cNvSpPr>
          <p:nvPr>
            <p:ph type="subTitle" idx="1"/>
          </p:nvPr>
        </p:nvSpPr>
        <p:spPr>
          <a:xfrm>
            <a:off x="874666" y="1161453"/>
            <a:ext cx="24690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03" name="Google Shape;203;p25"/>
          <p:cNvSpPr txBox="1">
            <a:spLocks noGrp="1"/>
          </p:cNvSpPr>
          <p:nvPr>
            <p:ph type="subTitle" idx="2"/>
          </p:nvPr>
        </p:nvSpPr>
        <p:spPr>
          <a:xfrm>
            <a:off x="874666" y="1546949"/>
            <a:ext cx="24690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5"/>
          <p:cNvSpPr txBox="1">
            <a:spLocks noGrp="1"/>
          </p:cNvSpPr>
          <p:nvPr>
            <p:ph type="subTitle" idx="3"/>
          </p:nvPr>
        </p:nvSpPr>
        <p:spPr>
          <a:xfrm>
            <a:off x="874666" y="3538073"/>
            <a:ext cx="24690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05" name="Google Shape;205;p25"/>
          <p:cNvSpPr txBox="1">
            <a:spLocks noGrp="1"/>
          </p:cNvSpPr>
          <p:nvPr>
            <p:ph type="subTitle" idx="4"/>
          </p:nvPr>
        </p:nvSpPr>
        <p:spPr>
          <a:xfrm>
            <a:off x="874666" y="3923895"/>
            <a:ext cx="24690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5"/>
          <p:cNvSpPr txBox="1">
            <a:spLocks noGrp="1"/>
          </p:cNvSpPr>
          <p:nvPr>
            <p:ph type="subTitle" idx="5"/>
          </p:nvPr>
        </p:nvSpPr>
        <p:spPr>
          <a:xfrm>
            <a:off x="874650" y="2349763"/>
            <a:ext cx="24690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subTitle" idx="6"/>
          </p:nvPr>
        </p:nvSpPr>
        <p:spPr>
          <a:xfrm>
            <a:off x="874650" y="2735422"/>
            <a:ext cx="24690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title"/>
          </p:nvPr>
        </p:nvSpPr>
        <p:spPr>
          <a:xfrm>
            <a:off x="713225" y="402336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09" name="Google Shape;209;p25"/>
          <p:cNvGrpSpPr/>
          <p:nvPr/>
        </p:nvGrpSpPr>
        <p:grpSpPr>
          <a:xfrm rot="5400000">
            <a:off x="168647" y="845670"/>
            <a:ext cx="703850" cy="91500"/>
            <a:chOff x="7879322" y="399595"/>
            <a:chExt cx="703850" cy="91500"/>
          </a:xfrm>
        </p:grpSpPr>
        <p:sp>
          <p:nvSpPr>
            <p:cNvPr id="210" name="Google Shape;210;p25"/>
            <p:cNvSpPr/>
            <p:nvPr/>
          </p:nvSpPr>
          <p:spPr>
            <a:xfrm>
              <a:off x="787932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5"/>
            <p:cNvSpPr/>
            <p:nvPr/>
          </p:nvSpPr>
          <p:spPr>
            <a:xfrm>
              <a:off x="8109297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5"/>
            <p:cNvSpPr/>
            <p:nvPr/>
          </p:nvSpPr>
          <p:spPr>
            <a:xfrm>
              <a:off x="849167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AND_TWO_COLUMNS_1_1_1_2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subTitle" idx="1"/>
          </p:nvPr>
        </p:nvSpPr>
        <p:spPr>
          <a:xfrm>
            <a:off x="3681200" y="1872455"/>
            <a:ext cx="15546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25" name="Google Shape;225;p27"/>
          <p:cNvSpPr txBox="1">
            <a:spLocks noGrp="1"/>
          </p:cNvSpPr>
          <p:nvPr>
            <p:ph type="subTitle" idx="2"/>
          </p:nvPr>
        </p:nvSpPr>
        <p:spPr>
          <a:xfrm>
            <a:off x="3681200" y="2275910"/>
            <a:ext cx="1554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subTitle" idx="3"/>
          </p:nvPr>
        </p:nvSpPr>
        <p:spPr>
          <a:xfrm>
            <a:off x="6363675" y="1872450"/>
            <a:ext cx="15546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subTitle" idx="4"/>
          </p:nvPr>
        </p:nvSpPr>
        <p:spPr>
          <a:xfrm>
            <a:off x="6363675" y="2275906"/>
            <a:ext cx="1554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7"/>
          <p:cNvSpPr txBox="1">
            <a:spLocks noGrp="1"/>
          </p:cNvSpPr>
          <p:nvPr>
            <p:ph type="subTitle" idx="5"/>
          </p:nvPr>
        </p:nvSpPr>
        <p:spPr>
          <a:xfrm>
            <a:off x="3681200" y="3640555"/>
            <a:ext cx="15546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29" name="Google Shape;229;p27"/>
          <p:cNvSpPr txBox="1">
            <a:spLocks noGrp="1"/>
          </p:cNvSpPr>
          <p:nvPr>
            <p:ph type="subTitle" idx="6"/>
          </p:nvPr>
        </p:nvSpPr>
        <p:spPr>
          <a:xfrm>
            <a:off x="3681200" y="4044010"/>
            <a:ext cx="1554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7"/>
          <p:cNvSpPr txBox="1">
            <a:spLocks noGrp="1"/>
          </p:cNvSpPr>
          <p:nvPr>
            <p:ph type="subTitle" idx="7"/>
          </p:nvPr>
        </p:nvSpPr>
        <p:spPr>
          <a:xfrm>
            <a:off x="6363675" y="3640550"/>
            <a:ext cx="15546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31" name="Google Shape;231;p27"/>
          <p:cNvSpPr txBox="1">
            <a:spLocks noGrp="1"/>
          </p:cNvSpPr>
          <p:nvPr>
            <p:ph type="subTitle" idx="8"/>
          </p:nvPr>
        </p:nvSpPr>
        <p:spPr>
          <a:xfrm>
            <a:off x="6363675" y="4044006"/>
            <a:ext cx="1554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7"/>
          <p:cNvSpPr txBox="1">
            <a:spLocks noGrp="1"/>
          </p:cNvSpPr>
          <p:nvPr>
            <p:ph type="title"/>
          </p:nvPr>
        </p:nvSpPr>
        <p:spPr>
          <a:xfrm>
            <a:off x="713225" y="402336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33" name="Google Shape;233;p27"/>
          <p:cNvGrpSpPr/>
          <p:nvPr/>
        </p:nvGrpSpPr>
        <p:grpSpPr>
          <a:xfrm rot="-5400000">
            <a:off x="8258429" y="778213"/>
            <a:ext cx="541178" cy="370023"/>
            <a:chOff x="823950" y="354999"/>
            <a:chExt cx="867133" cy="587991"/>
          </a:xfrm>
        </p:grpSpPr>
        <p:sp>
          <p:nvSpPr>
            <p:cNvPr id="234" name="Google Shape;234;p27"/>
            <p:cNvSpPr/>
            <p:nvPr/>
          </p:nvSpPr>
          <p:spPr>
            <a:xfrm>
              <a:off x="823950" y="480025"/>
              <a:ext cx="338009" cy="337961"/>
            </a:xfrm>
            <a:custGeom>
              <a:avLst/>
              <a:gdLst/>
              <a:ahLst/>
              <a:cxnLst/>
              <a:rect l="l" t="t" r="r" b="b"/>
              <a:pathLst>
                <a:path w="35246" h="35241" extrusionOk="0">
                  <a:moveTo>
                    <a:pt x="17623" y="0"/>
                  </a:moveTo>
                  <a:lnTo>
                    <a:pt x="16749" y="7766"/>
                  </a:lnTo>
                  <a:cubicBezTo>
                    <a:pt x="16218" y="12489"/>
                    <a:pt x="12493" y="16213"/>
                    <a:pt x="7771" y="16745"/>
                  </a:cubicBezTo>
                  <a:lnTo>
                    <a:pt x="1" y="17618"/>
                  </a:lnTo>
                  <a:lnTo>
                    <a:pt x="7771" y="18492"/>
                  </a:lnTo>
                  <a:cubicBezTo>
                    <a:pt x="12493" y="19024"/>
                    <a:pt x="16218" y="22752"/>
                    <a:pt x="16749" y="27475"/>
                  </a:cubicBezTo>
                  <a:lnTo>
                    <a:pt x="17623" y="35241"/>
                  </a:lnTo>
                  <a:lnTo>
                    <a:pt x="18497" y="27475"/>
                  </a:lnTo>
                  <a:cubicBezTo>
                    <a:pt x="19028" y="22752"/>
                    <a:pt x="22757" y="19024"/>
                    <a:pt x="27479" y="18492"/>
                  </a:cubicBezTo>
                  <a:lnTo>
                    <a:pt x="35245" y="17618"/>
                  </a:lnTo>
                  <a:lnTo>
                    <a:pt x="27479" y="16745"/>
                  </a:lnTo>
                  <a:cubicBezTo>
                    <a:pt x="22757" y="16213"/>
                    <a:pt x="19028" y="12489"/>
                    <a:pt x="18497" y="7766"/>
                  </a:cubicBezTo>
                  <a:lnTo>
                    <a:pt x="176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7"/>
            <p:cNvSpPr/>
            <p:nvPr/>
          </p:nvSpPr>
          <p:spPr>
            <a:xfrm rot="5400000">
              <a:off x="966070" y="350107"/>
              <a:ext cx="587991" cy="597775"/>
            </a:xfrm>
            <a:custGeom>
              <a:avLst/>
              <a:gdLst/>
              <a:ahLst/>
              <a:cxnLst/>
              <a:rect l="l" t="t" r="r" b="b"/>
              <a:pathLst>
                <a:path w="35246" h="35241" extrusionOk="0">
                  <a:moveTo>
                    <a:pt x="17623" y="0"/>
                  </a:moveTo>
                  <a:lnTo>
                    <a:pt x="16749" y="7766"/>
                  </a:lnTo>
                  <a:cubicBezTo>
                    <a:pt x="16218" y="12489"/>
                    <a:pt x="12493" y="16213"/>
                    <a:pt x="7771" y="16745"/>
                  </a:cubicBezTo>
                  <a:lnTo>
                    <a:pt x="1" y="17618"/>
                  </a:lnTo>
                  <a:lnTo>
                    <a:pt x="7771" y="18492"/>
                  </a:lnTo>
                  <a:cubicBezTo>
                    <a:pt x="12493" y="19024"/>
                    <a:pt x="16218" y="22752"/>
                    <a:pt x="16749" y="27475"/>
                  </a:cubicBezTo>
                  <a:lnTo>
                    <a:pt x="17623" y="35241"/>
                  </a:lnTo>
                  <a:lnTo>
                    <a:pt x="18497" y="27475"/>
                  </a:lnTo>
                  <a:cubicBezTo>
                    <a:pt x="19028" y="22752"/>
                    <a:pt x="22757" y="19024"/>
                    <a:pt x="27479" y="18492"/>
                  </a:cubicBezTo>
                  <a:lnTo>
                    <a:pt x="35245" y="17618"/>
                  </a:lnTo>
                  <a:lnTo>
                    <a:pt x="27479" y="16745"/>
                  </a:lnTo>
                  <a:cubicBezTo>
                    <a:pt x="22757" y="16213"/>
                    <a:pt x="19028" y="12489"/>
                    <a:pt x="18497" y="7766"/>
                  </a:cubicBezTo>
                  <a:lnTo>
                    <a:pt x="176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7"/>
            <p:cNvSpPr/>
            <p:nvPr/>
          </p:nvSpPr>
          <p:spPr>
            <a:xfrm>
              <a:off x="1353074" y="480025"/>
              <a:ext cx="338009" cy="337961"/>
            </a:xfrm>
            <a:custGeom>
              <a:avLst/>
              <a:gdLst/>
              <a:ahLst/>
              <a:cxnLst/>
              <a:rect l="l" t="t" r="r" b="b"/>
              <a:pathLst>
                <a:path w="35246" h="35241" extrusionOk="0">
                  <a:moveTo>
                    <a:pt x="17623" y="0"/>
                  </a:moveTo>
                  <a:lnTo>
                    <a:pt x="16749" y="7766"/>
                  </a:lnTo>
                  <a:cubicBezTo>
                    <a:pt x="16218" y="12489"/>
                    <a:pt x="12493" y="16213"/>
                    <a:pt x="7771" y="16745"/>
                  </a:cubicBezTo>
                  <a:lnTo>
                    <a:pt x="1" y="17618"/>
                  </a:lnTo>
                  <a:lnTo>
                    <a:pt x="7771" y="18492"/>
                  </a:lnTo>
                  <a:cubicBezTo>
                    <a:pt x="12493" y="19024"/>
                    <a:pt x="16218" y="22752"/>
                    <a:pt x="16749" y="27475"/>
                  </a:cubicBezTo>
                  <a:lnTo>
                    <a:pt x="17623" y="35241"/>
                  </a:lnTo>
                  <a:lnTo>
                    <a:pt x="18497" y="27475"/>
                  </a:lnTo>
                  <a:cubicBezTo>
                    <a:pt x="19028" y="22752"/>
                    <a:pt x="22757" y="19024"/>
                    <a:pt x="27479" y="18492"/>
                  </a:cubicBezTo>
                  <a:lnTo>
                    <a:pt x="35245" y="17618"/>
                  </a:lnTo>
                  <a:lnTo>
                    <a:pt x="27479" y="16745"/>
                  </a:lnTo>
                  <a:cubicBezTo>
                    <a:pt x="22757" y="16213"/>
                    <a:pt x="19028" y="12489"/>
                    <a:pt x="18497" y="7766"/>
                  </a:cubicBezTo>
                  <a:lnTo>
                    <a:pt x="176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_AND_TWO_COLUMNS_1_1_1_1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8"/>
          <p:cNvSpPr txBox="1">
            <a:spLocks noGrp="1"/>
          </p:cNvSpPr>
          <p:nvPr>
            <p:ph type="subTitle" idx="1"/>
          </p:nvPr>
        </p:nvSpPr>
        <p:spPr>
          <a:xfrm>
            <a:off x="713225" y="1789700"/>
            <a:ext cx="21030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40" name="Google Shape;240;p28"/>
          <p:cNvSpPr txBox="1">
            <a:spLocks noGrp="1"/>
          </p:cNvSpPr>
          <p:nvPr>
            <p:ph type="subTitle" idx="2"/>
          </p:nvPr>
        </p:nvSpPr>
        <p:spPr>
          <a:xfrm>
            <a:off x="713225" y="2269351"/>
            <a:ext cx="21030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8"/>
          <p:cNvSpPr txBox="1">
            <a:spLocks noGrp="1"/>
          </p:cNvSpPr>
          <p:nvPr>
            <p:ph type="subTitle" idx="3"/>
          </p:nvPr>
        </p:nvSpPr>
        <p:spPr>
          <a:xfrm>
            <a:off x="6327775" y="1789700"/>
            <a:ext cx="21030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42" name="Google Shape;242;p28"/>
          <p:cNvSpPr txBox="1">
            <a:spLocks noGrp="1"/>
          </p:cNvSpPr>
          <p:nvPr>
            <p:ph type="subTitle" idx="4"/>
          </p:nvPr>
        </p:nvSpPr>
        <p:spPr>
          <a:xfrm>
            <a:off x="6327775" y="2269351"/>
            <a:ext cx="21030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8"/>
          <p:cNvSpPr txBox="1">
            <a:spLocks noGrp="1"/>
          </p:cNvSpPr>
          <p:nvPr>
            <p:ph type="title"/>
          </p:nvPr>
        </p:nvSpPr>
        <p:spPr>
          <a:xfrm>
            <a:off x="713225" y="402336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4" name="Google Shape;244;p28"/>
          <p:cNvSpPr txBox="1">
            <a:spLocks noGrp="1"/>
          </p:cNvSpPr>
          <p:nvPr>
            <p:ph type="subTitle" idx="5"/>
          </p:nvPr>
        </p:nvSpPr>
        <p:spPr>
          <a:xfrm>
            <a:off x="3520500" y="1789700"/>
            <a:ext cx="21030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45" name="Google Shape;245;p28"/>
          <p:cNvSpPr txBox="1">
            <a:spLocks noGrp="1"/>
          </p:cNvSpPr>
          <p:nvPr>
            <p:ph type="subTitle" idx="6"/>
          </p:nvPr>
        </p:nvSpPr>
        <p:spPr>
          <a:xfrm>
            <a:off x="3520500" y="2269351"/>
            <a:ext cx="21030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8"/>
          <p:cNvSpPr txBox="1">
            <a:spLocks noGrp="1"/>
          </p:cNvSpPr>
          <p:nvPr>
            <p:ph type="subTitle" idx="7"/>
          </p:nvPr>
        </p:nvSpPr>
        <p:spPr>
          <a:xfrm>
            <a:off x="713225" y="3538342"/>
            <a:ext cx="21030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47" name="Google Shape;247;p28"/>
          <p:cNvSpPr txBox="1">
            <a:spLocks noGrp="1"/>
          </p:cNvSpPr>
          <p:nvPr>
            <p:ph type="subTitle" idx="8"/>
          </p:nvPr>
        </p:nvSpPr>
        <p:spPr>
          <a:xfrm>
            <a:off x="713225" y="4017994"/>
            <a:ext cx="21030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8"/>
          <p:cNvSpPr txBox="1">
            <a:spLocks noGrp="1"/>
          </p:cNvSpPr>
          <p:nvPr>
            <p:ph type="subTitle" idx="9"/>
          </p:nvPr>
        </p:nvSpPr>
        <p:spPr>
          <a:xfrm>
            <a:off x="6327775" y="3538342"/>
            <a:ext cx="21030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49" name="Google Shape;249;p28"/>
          <p:cNvSpPr txBox="1">
            <a:spLocks noGrp="1"/>
          </p:cNvSpPr>
          <p:nvPr>
            <p:ph type="subTitle" idx="13"/>
          </p:nvPr>
        </p:nvSpPr>
        <p:spPr>
          <a:xfrm>
            <a:off x="6327775" y="4017994"/>
            <a:ext cx="21030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8"/>
          <p:cNvSpPr txBox="1">
            <a:spLocks noGrp="1"/>
          </p:cNvSpPr>
          <p:nvPr>
            <p:ph type="subTitle" idx="14"/>
          </p:nvPr>
        </p:nvSpPr>
        <p:spPr>
          <a:xfrm>
            <a:off x="3520500" y="3538342"/>
            <a:ext cx="2103000" cy="4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None/>
              <a:defRPr sz="2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 b="1"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5"/>
          </p:nvPr>
        </p:nvSpPr>
        <p:spPr>
          <a:xfrm>
            <a:off x="3520500" y="4017994"/>
            <a:ext cx="21030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28"/>
          <p:cNvSpPr/>
          <p:nvPr/>
        </p:nvSpPr>
        <p:spPr>
          <a:xfrm>
            <a:off x="55215" y="-421843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/>
          <p:nvPr/>
        </p:nvSpPr>
        <p:spPr>
          <a:xfrm>
            <a:off x="280725" y="252475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9"/>
          <p:cNvSpPr txBox="1">
            <a:spLocks noGrp="1"/>
          </p:cNvSpPr>
          <p:nvPr>
            <p:ph type="title"/>
          </p:nvPr>
        </p:nvSpPr>
        <p:spPr>
          <a:xfrm>
            <a:off x="4693675" y="2012400"/>
            <a:ext cx="2291400" cy="111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6" name="Google Shape;256;p29"/>
          <p:cNvSpPr txBox="1">
            <a:spLocks noGrp="1"/>
          </p:cNvSpPr>
          <p:nvPr>
            <p:ph type="subTitle" idx="1"/>
          </p:nvPr>
        </p:nvSpPr>
        <p:spPr>
          <a:xfrm>
            <a:off x="2158925" y="2012400"/>
            <a:ext cx="2470500" cy="111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7" name="Google Shape;257;p29"/>
          <p:cNvGrpSpPr/>
          <p:nvPr/>
        </p:nvGrpSpPr>
        <p:grpSpPr>
          <a:xfrm>
            <a:off x="7879322" y="399595"/>
            <a:ext cx="551450" cy="91500"/>
            <a:chOff x="7879322" y="399595"/>
            <a:chExt cx="551450" cy="91500"/>
          </a:xfrm>
        </p:grpSpPr>
        <p:sp>
          <p:nvSpPr>
            <p:cNvPr id="258" name="Google Shape;258;p29"/>
            <p:cNvSpPr/>
            <p:nvPr/>
          </p:nvSpPr>
          <p:spPr>
            <a:xfrm>
              <a:off x="787932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9"/>
            <p:cNvSpPr/>
            <p:nvPr/>
          </p:nvSpPr>
          <p:spPr>
            <a:xfrm>
              <a:off x="8109297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9"/>
            <p:cNvSpPr/>
            <p:nvPr/>
          </p:nvSpPr>
          <p:spPr>
            <a:xfrm>
              <a:off x="833927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_2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/>
          <p:nvPr/>
        </p:nvSpPr>
        <p:spPr>
          <a:xfrm>
            <a:off x="280725" y="252475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0"/>
          <p:cNvSpPr txBox="1">
            <a:spLocks noGrp="1"/>
          </p:cNvSpPr>
          <p:nvPr>
            <p:ph type="title"/>
          </p:nvPr>
        </p:nvSpPr>
        <p:spPr>
          <a:xfrm>
            <a:off x="4602350" y="1447438"/>
            <a:ext cx="3840600" cy="10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30"/>
          <p:cNvSpPr txBox="1">
            <a:spLocks noGrp="1"/>
          </p:cNvSpPr>
          <p:nvPr>
            <p:ph type="subTitle" idx="1"/>
          </p:nvPr>
        </p:nvSpPr>
        <p:spPr>
          <a:xfrm>
            <a:off x="4602350" y="2838963"/>
            <a:ext cx="3840600" cy="8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30"/>
          <p:cNvSpPr/>
          <p:nvPr/>
        </p:nvSpPr>
        <p:spPr>
          <a:xfrm>
            <a:off x="71201" y="4233781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0"/>
          <p:cNvSpPr/>
          <p:nvPr/>
        </p:nvSpPr>
        <p:spPr>
          <a:xfrm>
            <a:off x="3914001" y="-411519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3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/>
          <p:nvPr/>
        </p:nvSpPr>
        <p:spPr>
          <a:xfrm>
            <a:off x="280725" y="252475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1"/>
          <p:cNvSpPr txBox="1">
            <a:spLocks noGrp="1"/>
          </p:cNvSpPr>
          <p:nvPr>
            <p:ph type="title"/>
          </p:nvPr>
        </p:nvSpPr>
        <p:spPr>
          <a:xfrm>
            <a:off x="713225" y="402336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body" idx="1"/>
          </p:nvPr>
        </p:nvSpPr>
        <p:spPr>
          <a:xfrm>
            <a:off x="713250" y="1047275"/>
            <a:ext cx="7717500" cy="35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1" name="Google Shape;271;p31"/>
          <p:cNvSpPr/>
          <p:nvPr/>
        </p:nvSpPr>
        <p:spPr>
          <a:xfrm>
            <a:off x="8219004" y="190834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4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/>
          <p:nvPr/>
        </p:nvSpPr>
        <p:spPr>
          <a:xfrm>
            <a:off x="280725" y="252475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2"/>
          <p:cNvSpPr txBox="1">
            <a:spLocks noGrp="1"/>
          </p:cNvSpPr>
          <p:nvPr>
            <p:ph type="title"/>
          </p:nvPr>
        </p:nvSpPr>
        <p:spPr>
          <a:xfrm>
            <a:off x="2259975" y="566811"/>
            <a:ext cx="4624200" cy="58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32"/>
          <p:cNvSpPr txBox="1">
            <a:spLocks noGrp="1"/>
          </p:cNvSpPr>
          <p:nvPr>
            <p:ph type="subTitle" idx="1"/>
          </p:nvPr>
        </p:nvSpPr>
        <p:spPr>
          <a:xfrm>
            <a:off x="2259825" y="1156600"/>
            <a:ext cx="4624200" cy="6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2"/>
          <p:cNvSpPr/>
          <p:nvPr/>
        </p:nvSpPr>
        <p:spPr>
          <a:xfrm>
            <a:off x="-390921" y="190834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2"/>
          <p:cNvSpPr/>
          <p:nvPr/>
        </p:nvSpPr>
        <p:spPr>
          <a:xfrm>
            <a:off x="8219004" y="190834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/>
          <p:nvPr/>
        </p:nvSpPr>
        <p:spPr>
          <a:xfrm>
            <a:off x="280650" y="252450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3"/>
          <p:cNvSpPr txBox="1">
            <a:spLocks noGrp="1"/>
          </p:cNvSpPr>
          <p:nvPr>
            <p:ph type="title"/>
          </p:nvPr>
        </p:nvSpPr>
        <p:spPr>
          <a:xfrm>
            <a:off x="713225" y="402336"/>
            <a:ext cx="77175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33"/>
          <p:cNvSpPr/>
          <p:nvPr/>
        </p:nvSpPr>
        <p:spPr>
          <a:xfrm>
            <a:off x="54093" y="4230558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3"/>
          <p:cNvSpPr/>
          <p:nvPr/>
        </p:nvSpPr>
        <p:spPr>
          <a:xfrm>
            <a:off x="7241001" y="-414873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3" name="Google Shape;283;p33"/>
          <p:cNvGrpSpPr/>
          <p:nvPr/>
        </p:nvGrpSpPr>
        <p:grpSpPr>
          <a:xfrm rot="10800000">
            <a:off x="4258175" y="4684770"/>
            <a:ext cx="627650" cy="91500"/>
            <a:chOff x="7879322" y="399595"/>
            <a:chExt cx="627650" cy="91500"/>
          </a:xfrm>
        </p:grpSpPr>
        <p:sp>
          <p:nvSpPr>
            <p:cNvPr id="284" name="Google Shape;284;p33"/>
            <p:cNvSpPr/>
            <p:nvPr/>
          </p:nvSpPr>
          <p:spPr>
            <a:xfrm>
              <a:off x="787932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3"/>
            <p:cNvSpPr/>
            <p:nvPr/>
          </p:nvSpPr>
          <p:spPr>
            <a:xfrm>
              <a:off x="8070844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3"/>
            <p:cNvSpPr/>
            <p:nvPr/>
          </p:nvSpPr>
          <p:spPr>
            <a:xfrm>
              <a:off x="841547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_1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/>
          <p:nvPr/>
        </p:nvSpPr>
        <p:spPr>
          <a:xfrm>
            <a:off x="280725" y="252475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title"/>
          </p:nvPr>
        </p:nvSpPr>
        <p:spPr>
          <a:xfrm>
            <a:off x="1072325" y="465029"/>
            <a:ext cx="3709500" cy="9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0" name="Google Shape;290;p34"/>
          <p:cNvSpPr txBox="1">
            <a:spLocks noGrp="1"/>
          </p:cNvSpPr>
          <p:nvPr>
            <p:ph type="subTitle" idx="1"/>
          </p:nvPr>
        </p:nvSpPr>
        <p:spPr>
          <a:xfrm>
            <a:off x="1691825" y="1381825"/>
            <a:ext cx="2470500" cy="11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34"/>
          <p:cNvSpPr txBox="1"/>
          <p:nvPr/>
        </p:nvSpPr>
        <p:spPr>
          <a:xfrm>
            <a:off x="713225" y="4160375"/>
            <a:ext cx="44277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en" sz="11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92" name="Google Shape;292;p34"/>
          <p:cNvSpPr txBox="1">
            <a:spLocks noGrp="1"/>
          </p:cNvSpPr>
          <p:nvPr>
            <p:ph type="subTitle" idx="2"/>
          </p:nvPr>
        </p:nvSpPr>
        <p:spPr>
          <a:xfrm>
            <a:off x="1551875" y="3764475"/>
            <a:ext cx="2750400" cy="3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4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/>
        </p:nvSpPr>
        <p:spPr>
          <a:xfrm>
            <a:off x="280650" y="252475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5"/>
          <p:cNvSpPr/>
          <p:nvPr/>
        </p:nvSpPr>
        <p:spPr>
          <a:xfrm>
            <a:off x="3914001" y="4230558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" name="Google Shape;296;p35"/>
          <p:cNvGrpSpPr/>
          <p:nvPr/>
        </p:nvGrpSpPr>
        <p:grpSpPr>
          <a:xfrm rot="-5400000">
            <a:off x="8324050" y="890545"/>
            <a:ext cx="627650" cy="91500"/>
            <a:chOff x="7879322" y="399595"/>
            <a:chExt cx="627650" cy="91500"/>
          </a:xfrm>
        </p:grpSpPr>
        <p:sp>
          <p:nvSpPr>
            <p:cNvPr id="297" name="Google Shape;297;p35"/>
            <p:cNvSpPr/>
            <p:nvPr/>
          </p:nvSpPr>
          <p:spPr>
            <a:xfrm>
              <a:off x="787932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8070844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841547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" name="Google Shape;300;p35"/>
          <p:cNvGrpSpPr/>
          <p:nvPr/>
        </p:nvGrpSpPr>
        <p:grpSpPr>
          <a:xfrm rot="5400000" flipH="1">
            <a:off x="210350" y="4222945"/>
            <a:ext cx="627650" cy="91500"/>
            <a:chOff x="7879322" y="399595"/>
            <a:chExt cx="627650" cy="91500"/>
          </a:xfrm>
        </p:grpSpPr>
        <p:sp>
          <p:nvSpPr>
            <p:cNvPr id="301" name="Google Shape;301;p35"/>
            <p:cNvSpPr/>
            <p:nvPr/>
          </p:nvSpPr>
          <p:spPr>
            <a:xfrm>
              <a:off x="787932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8070844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841547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_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/>
          <p:nvPr/>
        </p:nvSpPr>
        <p:spPr>
          <a:xfrm>
            <a:off x="280650" y="252475"/>
            <a:ext cx="8582700" cy="4638600"/>
          </a:xfrm>
          <a:prstGeom prst="round1Rect">
            <a:avLst>
              <a:gd name="adj" fmla="val 57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6"/>
          <p:cNvSpPr/>
          <p:nvPr/>
        </p:nvSpPr>
        <p:spPr>
          <a:xfrm>
            <a:off x="-369224" y="3614108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" name="Google Shape;307;p36"/>
          <p:cNvGrpSpPr/>
          <p:nvPr/>
        </p:nvGrpSpPr>
        <p:grpSpPr>
          <a:xfrm rot="-5400000">
            <a:off x="8324050" y="4231757"/>
            <a:ext cx="627650" cy="91500"/>
            <a:chOff x="7879322" y="399595"/>
            <a:chExt cx="627650" cy="91500"/>
          </a:xfrm>
        </p:grpSpPr>
        <p:sp>
          <p:nvSpPr>
            <p:cNvPr id="308" name="Google Shape;308;p36"/>
            <p:cNvSpPr/>
            <p:nvPr/>
          </p:nvSpPr>
          <p:spPr>
            <a:xfrm>
              <a:off x="787932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6"/>
            <p:cNvSpPr/>
            <p:nvPr/>
          </p:nvSpPr>
          <p:spPr>
            <a:xfrm>
              <a:off x="8070844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6"/>
            <p:cNvSpPr/>
            <p:nvPr/>
          </p:nvSpPr>
          <p:spPr>
            <a:xfrm>
              <a:off x="8415472" y="399595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" name="Google Shape;311;p36"/>
          <p:cNvSpPr/>
          <p:nvPr/>
        </p:nvSpPr>
        <p:spPr>
          <a:xfrm>
            <a:off x="3914001" y="-405842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02336"/>
            <a:ext cx="7717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sz="3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sz="3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sz="3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sz="3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sz="3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sz="3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sz="3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sz="3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sz="3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60" r:id="rId9"/>
    <p:sldLayoutId id="2147483661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>
            <a:spLocks noGrp="1"/>
          </p:cNvSpPr>
          <p:nvPr>
            <p:ph type="ctrTitle"/>
          </p:nvPr>
        </p:nvSpPr>
        <p:spPr>
          <a:xfrm>
            <a:off x="598373" y="1099588"/>
            <a:ext cx="4656510" cy="193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 err="1">
                <a:solidFill>
                  <a:schemeClr val="tx2">
                    <a:lumMod val="10000"/>
                  </a:schemeClr>
                </a:solidFill>
              </a:rPr>
              <a:t>Thought_Unclutter</a:t>
            </a:r>
            <a:br>
              <a:rPr lang="en-US" sz="3200" dirty="0">
                <a:solidFill>
                  <a:schemeClr val="tx2">
                    <a:lumMod val="10000"/>
                  </a:schemeClr>
                </a:solidFill>
              </a:rPr>
            </a:br>
            <a:br>
              <a:rPr lang="en-US" sz="3200" dirty="0">
                <a:solidFill>
                  <a:schemeClr val="tx2">
                    <a:lumMod val="10000"/>
                  </a:schemeClr>
                </a:solidFill>
              </a:rPr>
            </a:br>
            <a:r>
              <a:rPr lang="en-US" sz="1800" dirty="0">
                <a:solidFill>
                  <a:schemeClr val="tx2">
                    <a:lumMod val="10000"/>
                  </a:schemeClr>
                </a:solidFill>
              </a:rPr>
              <a:t>AI Agent for Turning Mental Clutter Into Clarity</a:t>
            </a:r>
            <a:endParaRPr sz="1800" dirty="0">
              <a:solidFill>
                <a:schemeClr val="tx2">
                  <a:lumMod val="10000"/>
                </a:schemeClr>
              </a:solidFill>
            </a:endParaRPr>
          </a:p>
        </p:txBody>
      </p:sp>
      <p:pic>
        <p:nvPicPr>
          <p:cNvPr id="324" name="Google Shape;324;p40"/>
          <p:cNvPicPr preferRelativeResize="0"/>
          <p:nvPr/>
        </p:nvPicPr>
        <p:blipFill rotWithShape="1">
          <a:blip r:embed="rId3">
            <a:alphaModFix/>
          </a:blip>
          <a:srcRect l="6389" t="2260" r="6676" b="282"/>
          <a:stretch/>
        </p:blipFill>
        <p:spPr>
          <a:xfrm rot="5400000" flipH="1">
            <a:off x="4819600" y="838975"/>
            <a:ext cx="4641900" cy="3468300"/>
          </a:xfrm>
          <a:prstGeom prst="round1Rect">
            <a:avLst>
              <a:gd name="adj" fmla="val 8296"/>
            </a:avLst>
          </a:prstGeom>
          <a:noFill/>
          <a:ln>
            <a:noFill/>
          </a:ln>
        </p:spPr>
      </p:pic>
      <p:grpSp>
        <p:nvGrpSpPr>
          <p:cNvPr id="325" name="Google Shape;325;p40"/>
          <p:cNvGrpSpPr/>
          <p:nvPr/>
        </p:nvGrpSpPr>
        <p:grpSpPr>
          <a:xfrm>
            <a:off x="713225" y="3172813"/>
            <a:ext cx="3950192" cy="368602"/>
            <a:chOff x="803800" y="3172813"/>
            <a:chExt cx="3950192" cy="368602"/>
          </a:xfrm>
        </p:grpSpPr>
        <p:cxnSp>
          <p:nvCxnSpPr>
            <p:cNvPr id="326" name="Google Shape;326;p40"/>
            <p:cNvCxnSpPr/>
            <p:nvPr/>
          </p:nvCxnSpPr>
          <p:spPr>
            <a:xfrm>
              <a:off x="803800" y="3172813"/>
              <a:ext cx="3942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40"/>
            <p:cNvCxnSpPr/>
            <p:nvPr/>
          </p:nvCxnSpPr>
          <p:spPr>
            <a:xfrm>
              <a:off x="811092" y="3541415"/>
              <a:ext cx="3942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8" name="Google Shape;328;p40"/>
          <p:cNvGrpSpPr/>
          <p:nvPr/>
        </p:nvGrpSpPr>
        <p:grpSpPr>
          <a:xfrm>
            <a:off x="713201" y="539500"/>
            <a:ext cx="541178" cy="373075"/>
            <a:chOff x="823950" y="352591"/>
            <a:chExt cx="867133" cy="592842"/>
          </a:xfrm>
        </p:grpSpPr>
        <p:sp>
          <p:nvSpPr>
            <p:cNvPr id="329" name="Google Shape;329;p40"/>
            <p:cNvSpPr/>
            <p:nvPr/>
          </p:nvSpPr>
          <p:spPr>
            <a:xfrm>
              <a:off x="823950" y="480025"/>
              <a:ext cx="338009" cy="337961"/>
            </a:xfrm>
            <a:custGeom>
              <a:avLst/>
              <a:gdLst/>
              <a:ahLst/>
              <a:cxnLst/>
              <a:rect l="l" t="t" r="r" b="b"/>
              <a:pathLst>
                <a:path w="35246" h="35241" extrusionOk="0">
                  <a:moveTo>
                    <a:pt x="17623" y="0"/>
                  </a:moveTo>
                  <a:lnTo>
                    <a:pt x="16749" y="7766"/>
                  </a:lnTo>
                  <a:cubicBezTo>
                    <a:pt x="16218" y="12489"/>
                    <a:pt x="12493" y="16213"/>
                    <a:pt x="7771" y="16745"/>
                  </a:cubicBezTo>
                  <a:lnTo>
                    <a:pt x="1" y="17618"/>
                  </a:lnTo>
                  <a:lnTo>
                    <a:pt x="7771" y="18492"/>
                  </a:lnTo>
                  <a:cubicBezTo>
                    <a:pt x="12493" y="19024"/>
                    <a:pt x="16218" y="22752"/>
                    <a:pt x="16749" y="27475"/>
                  </a:cubicBezTo>
                  <a:lnTo>
                    <a:pt x="17623" y="35241"/>
                  </a:lnTo>
                  <a:lnTo>
                    <a:pt x="18497" y="27475"/>
                  </a:lnTo>
                  <a:cubicBezTo>
                    <a:pt x="19028" y="22752"/>
                    <a:pt x="22757" y="19024"/>
                    <a:pt x="27479" y="18492"/>
                  </a:cubicBezTo>
                  <a:lnTo>
                    <a:pt x="35245" y="17618"/>
                  </a:lnTo>
                  <a:lnTo>
                    <a:pt x="27479" y="16745"/>
                  </a:lnTo>
                  <a:cubicBezTo>
                    <a:pt x="22757" y="16213"/>
                    <a:pt x="19028" y="12489"/>
                    <a:pt x="18497" y="7766"/>
                  </a:cubicBezTo>
                  <a:lnTo>
                    <a:pt x="176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0"/>
            <p:cNvSpPr/>
            <p:nvPr/>
          </p:nvSpPr>
          <p:spPr>
            <a:xfrm>
              <a:off x="963600" y="352591"/>
              <a:ext cx="592926" cy="592842"/>
            </a:xfrm>
            <a:custGeom>
              <a:avLst/>
              <a:gdLst/>
              <a:ahLst/>
              <a:cxnLst/>
              <a:rect l="l" t="t" r="r" b="b"/>
              <a:pathLst>
                <a:path w="35246" h="35241" extrusionOk="0">
                  <a:moveTo>
                    <a:pt x="17623" y="0"/>
                  </a:moveTo>
                  <a:lnTo>
                    <a:pt x="16749" y="7766"/>
                  </a:lnTo>
                  <a:cubicBezTo>
                    <a:pt x="16218" y="12489"/>
                    <a:pt x="12493" y="16213"/>
                    <a:pt x="7771" y="16745"/>
                  </a:cubicBezTo>
                  <a:lnTo>
                    <a:pt x="1" y="17618"/>
                  </a:lnTo>
                  <a:lnTo>
                    <a:pt x="7771" y="18492"/>
                  </a:lnTo>
                  <a:cubicBezTo>
                    <a:pt x="12493" y="19024"/>
                    <a:pt x="16218" y="22752"/>
                    <a:pt x="16749" y="27475"/>
                  </a:cubicBezTo>
                  <a:lnTo>
                    <a:pt x="17623" y="35241"/>
                  </a:lnTo>
                  <a:lnTo>
                    <a:pt x="18497" y="27475"/>
                  </a:lnTo>
                  <a:cubicBezTo>
                    <a:pt x="19028" y="22752"/>
                    <a:pt x="22757" y="19024"/>
                    <a:pt x="27479" y="18492"/>
                  </a:cubicBezTo>
                  <a:lnTo>
                    <a:pt x="35245" y="17618"/>
                  </a:lnTo>
                  <a:lnTo>
                    <a:pt x="27479" y="16745"/>
                  </a:lnTo>
                  <a:cubicBezTo>
                    <a:pt x="22757" y="16213"/>
                    <a:pt x="19028" y="12489"/>
                    <a:pt x="18497" y="7766"/>
                  </a:cubicBezTo>
                  <a:lnTo>
                    <a:pt x="176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0"/>
            <p:cNvSpPr/>
            <p:nvPr/>
          </p:nvSpPr>
          <p:spPr>
            <a:xfrm>
              <a:off x="1353074" y="480025"/>
              <a:ext cx="338009" cy="337961"/>
            </a:xfrm>
            <a:custGeom>
              <a:avLst/>
              <a:gdLst/>
              <a:ahLst/>
              <a:cxnLst/>
              <a:rect l="l" t="t" r="r" b="b"/>
              <a:pathLst>
                <a:path w="35246" h="35241" extrusionOk="0">
                  <a:moveTo>
                    <a:pt x="17623" y="0"/>
                  </a:moveTo>
                  <a:lnTo>
                    <a:pt x="16749" y="7766"/>
                  </a:lnTo>
                  <a:cubicBezTo>
                    <a:pt x="16218" y="12489"/>
                    <a:pt x="12493" y="16213"/>
                    <a:pt x="7771" y="16745"/>
                  </a:cubicBezTo>
                  <a:lnTo>
                    <a:pt x="1" y="17618"/>
                  </a:lnTo>
                  <a:lnTo>
                    <a:pt x="7771" y="18492"/>
                  </a:lnTo>
                  <a:cubicBezTo>
                    <a:pt x="12493" y="19024"/>
                    <a:pt x="16218" y="22752"/>
                    <a:pt x="16749" y="27475"/>
                  </a:cubicBezTo>
                  <a:lnTo>
                    <a:pt x="17623" y="35241"/>
                  </a:lnTo>
                  <a:lnTo>
                    <a:pt x="18497" y="27475"/>
                  </a:lnTo>
                  <a:cubicBezTo>
                    <a:pt x="19028" y="22752"/>
                    <a:pt x="22757" y="19024"/>
                    <a:pt x="27479" y="18492"/>
                  </a:cubicBezTo>
                  <a:lnTo>
                    <a:pt x="35245" y="17618"/>
                  </a:lnTo>
                  <a:lnTo>
                    <a:pt x="27479" y="16745"/>
                  </a:lnTo>
                  <a:cubicBezTo>
                    <a:pt x="22757" y="16213"/>
                    <a:pt x="19028" y="12489"/>
                    <a:pt x="18497" y="7766"/>
                  </a:cubicBezTo>
                  <a:lnTo>
                    <a:pt x="176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40"/>
          <p:cNvGrpSpPr/>
          <p:nvPr/>
        </p:nvGrpSpPr>
        <p:grpSpPr>
          <a:xfrm>
            <a:off x="3973100" y="4519178"/>
            <a:ext cx="932450" cy="91500"/>
            <a:chOff x="7482125" y="4632953"/>
            <a:chExt cx="932450" cy="91500"/>
          </a:xfrm>
        </p:grpSpPr>
        <p:sp>
          <p:nvSpPr>
            <p:cNvPr id="333" name="Google Shape;333;p40"/>
            <p:cNvSpPr/>
            <p:nvPr/>
          </p:nvSpPr>
          <p:spPr>
            <a:xfrm>
              <a:off x="7482125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0"/>
            <p:cNvSpPr/>
            <p:nvPr/>
          </p:nvSpPr>
          <p:spPr>
            <a:xfrm>
              <a:off x="8127500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0"/>
            <p:cNvSpPr/>
            <p:nvPr/>
          </p:nvSpPr>
          <p:spPr>
            <a:xfrm>
              <a:off x="8323075" y="4632953"/>
              <a:ext cx="91500" cy="9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6" name="Google Shape;336;p40"/>
          <p:cNvSpPr/>
          <p:nvPr/>
        </p:nvSpPr>
        <p:spPr>
          <a:xfrm>
            <a:off x="4753989" y="-41686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40"/>
          <p:cNvSpPr/>
          <p:nvPr/>
        </p:nvSpPr>
        <p:spPr>
          <a:xfrm>
            <a:off x="4753989" y="4251136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40"/>
          <p:cNvSpPr txBox="1">
            <a:spLocks noGrp="1"/>
          </p:cNvSpPr>
          <p:nvPr>
            <p:ph type="subTitle" idx="2"/>
          </p:nvPr>
        </p:nvSpPr>
        <p:spPr>
          <a:xfrm>
            <a:off x="667600" y="3173939"/>
            <a:ext cx="4192200" cy="3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altLang="zh-CN" dirty="0"/>
              <a:t>Team 14 </a:t>
            </a:r>
            <a:r>
              <a:rPr lang="en" dirty="0"/>
              <a:t>– Harrison – Mansi – Lanxi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1BB55-D726-3540-3D2C-73C342491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8903" y="547534"/>
            <a:ext cx="4192200" cy="348600"/>
          </a:xfrm>
        </p:spPr>
        <p:txBody>
          <a:bodyPr/>
          <a:lstStyle/>
          <a:p>
            <a:r>
              <a:rPr lang="en-US" sz="1000" dirty="0"/>
              <a:t>Hackathon | Dec 13 | City University of Seattle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>
          <a:extLst>
            <a:ext uri="{FF2B5EF4-FFF2-40B4-BE49-F238E27FC236}">
              <a16:creationId xmlns:a16="http://schemas.microsoft.com/office/drawing/2014/main" id="{8D2DC05D-DD13-025E-99F7-55C60E88B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1">
            <a:extLst>
              <a:ext uri="{FF2B5EF4-FFF2-40B4-BE49-F238E27FC236}">
                <a16:creationId xmlns:a16="http://schemas.microsoft.com/office/drawing/2014/main" id="{F39AB735-20E4-4009-D177-A5EE4460C5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8269" y="1563902"/>
            <a:ext cx="4925672" cy="22161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Modern life = chaotic thoughts and overwhelming mental load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Difficult to prioritize, act on, or let go of ideas and worries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Traditional tools (notes, to-do lists) often fail to bring clarity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Mental clutter impacts productivity, stress, and wellbeing</a:t>
            </a:r>
          </a:p>
        </p:txBody>
      </p:sp>
      <p:sp>
        <p:nvSpPr>
          <p:cNvPr id="965" name="Google Shape;965;p61">
            <a:extLst>
              <a:ext uri="{FF2B5EF4-FFF2-40B4-BE49-F238E27FC236}">
                <a16:creationId xmlns:a16="http://schemas.microsoft.com/office/drawing/2014/main" id="{F5C95A4E-30D8-2520-1A50-D235568836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6162" y="693550"/>
            <a:ext cx="4651682" cy="7191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Problem Statement</a:t>
            </a:r>
            <a:endParaRPr sz="3600" dirty="0"/>
          </a:p>
        </p:txBody>
      </p:sp>
      <p:pic>
        <p:nvPicPr>
          <p:cNvPr id="966" name="Google Shape;966;p61">
            <a:extLst>
              <a:ext uri="{FF2B5EF4-FFF2-40B4-BE49-F238E27FC236}">
                <a16:creationId xmlns:a16="http://schemas.microsoft.com/office/drawing/2014/main" id="{488D5F59-6B5B-D30C-2736-9785161EC3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485" r="12903"/>
          <a:stretch/>
        </p:blipFill>
        <p:spPr>
          <a:xfrm>
            <a:off x="6754829" y="238800"/>
            <a:ext cx="4294500" cy="4665900"/>
          </a:xfrm>
          <a:prstGeom prst="round1Rect">
            <a:avLst>
              <a:gd name="adj" fmla="val 6718"/>
            </a:avLst>
          </a:prstGeom>
          <a:noFill/>
          <a:ln>
            <a:noFill/>
          </a:ln>
        </p:spPr>
      </p:pic>
      <p:sp>
        <p:nvSpPr>
          <p:cNvPr id="967" name="Google Shape;967;p61">
            <a:extLst>
              <a:ext uri="{FF2B5EF4-FFF2-40B4-BE49-F238E27FC236}">
                <a16:creationId xmlns:a16="http://schemas.microsoft.com/office/drawing/2014/main" id="{3B3CC7BF-36C6-25CF-8A4B-2039C8A63A20}"/>
              </a:ext>
            </a:extLst>
          </p:cNvPr>
          <p:cNvSpPr/>
          <p:nvPr/>
        </p:nvSpPr>
        <p:spPr>
          <a:xfrm>
            <a:off x="6096839" y="-42166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61">
            <a:extLst>
              <a:ext uri="{FF2B5EF4-FFF2-40B4-BE49-F238E27FC236}">
                <a16:creationId xmlns:a16="http://schemas.microsoft.com/office/drawing/2014/main" id="{A2F740C5-60BB-DA0F-EDE9-E3CBA7D59EFB}"/>
              </a:ext>
            </a:extLst>
          </p:cNvPr>
          <p:cNvSpPr/>
          <p:nvPr/>
        </p:nvSpPr>
        <p:spPr>
          <a:xfrm>
            <a:off x="6096839" y="4251037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6151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>
          <a:extLst>
            <a:ext uri="{FF2B5EF4-FFF2-40B4-BE49-F238E27FC236}">
              <a16:creationId xmlns:a16="http://schemas.microsoft.com/office/drawing/2014/main" id="{17BBC31B-3983-CB05-1FEF-FFC0F4E19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1">
            <a:extLst>
              <a:ext uri="{FF2B5EF4-FFF2-40B4-BE49-F238E27FC236}">
                <a16:creationId xmlns:a16="http://schemas.microsoft.com/office/drawing/2014/main" id="{00F88058-B0A2-C63B-252D-30E26AD02A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010" y="1710370"/>
            <a:ext cx="5871071" cy="19517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sz="1600" b="1" dirty="0"/>
              <a:t>Uncluttered: </a:t>
            </a:r>
            <a:r>
              <a:rPr lang="en-US" sz="1600" dirty="0"/>
              <a:t>AI-powered thought organization system</a:t>
            </a:r>
          </a:p>
          <a:p>
            <a:pPr marL="152400" indent="0">
              <a:buNone/>
            </a:pP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Input: “Thought dump”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Process: 4-stage intelligent workflow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Output: Organized, prioritized, actionable thoughts + guided release ritual</a:t>
            </a:r>
          </a:p>
        </p:txBody>
      </p:sp>
      <p:sp>
        <p:nvSpPr>
          <p:cNvPr id="965" name="Google Shape;965;p61">
            <a:extLst>
              <a:ext uri="{FF2B5EF4-FFF2-40B4-BE49-F238E27FC236}">
                <a16:creationId xmlns:a16="http://schemas.microsoft.com/office/drawing/2014/main" id="{5B292293-7936-FAEE-AAC5-58B41E251A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4798" y="698033"/>
            <a:ext cx="4651682" cy="7191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Our Solution</a:t>
            </a:r>
            <a:endParaRPr sz="3600" dirty="0"/>
          </a:p>
        </p:txBody>
      </p:sp>
      <p:pic>
        <p:nvPicPr>
          <p:cNvPr id="966" name="Google Shape;966;p61">
            <a:extLst>
              <a:ext uri="{FF2B5EF4-FFF2-40B4-BE49-F238E27FC236}">
                <a16:creationId xmlns:a16="http://schemas.microsoft.com/office/drawing/2014/main" id="{A8568550-8A89-FBF5-0E91-30F6D6582A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485" r="12903"/>
          <a:stretch/>
        </p:blipFill>
        <p:spPr>
          <a:xfrm>
            <a:off x="6754829" y="238800"/>
            <a:ext cx="4294500" cy="4665900"/>
          </a:xfrm>
          <a:prstGeom prst="round1Rect">
            <a:avLst>
              <a:gd name="adj" fmla="val 6718"/>
            </a:avLst>
          </a:prstGeom>
          <a:noFill/>
          <a:ln>
            <a:noFill/>
          </a:ln>
        </p:spPr>
      </p:pic>
      <p:sp>
        <p:nvSpPr>
          <p:cNvPr id="967" name="Google Shape;967;p61">
            <a:extLst>
              <a:ext uri="{FF2B5EF4-FFF2-40B4-BE49-F238E27FC236}">
                <a16:creationId xmlns:a16="http://schemas.microsoft.com/office/drawing/2014/main" id="{E8B4D46E-16A1-A808-461E-E198EEE0D838}"/>
              </a:ext>
            </a:extLst>
          </p:cNvPr>
          <p:cNvSpPr/>
          <p:nvPr/>
        </p:nvSpPr>
        <p:spPr>
          <a:xfrm>
            <a:off x="6096839" y="-42166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61">
            <a:extLst>
              <a:ext uri="{FF2B5EF4-FFF2-40B4-BE49-F238E27FC236}">
                <a16:creationId xmlns:a16="http://schemas.microsoft.com/office/drawing/2014/main" id="{528E9F7F-41FF-0EB3-7BC2-580FA7CF8E4B}"/>
              </a:ext>
            </a:extLst>
          </p:cNvPr>
          <p:cNvSpPr/>
          <p:nvPr/>
        </p:nvSpPr>
        <p:spPr>
          <a:xfrm>
            <a:off x="6096839" y="4251037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2260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>
          <a:extLst>
            <a:ext uri="{FF2B5EF4-FFF2-40B4-BE49-F238E27FC236}">
              <a16:creationId xmlns:a16="http://schemas.microsoft.com/office/drawing/2014/main" id="{90717072-160C-21C0-41D6-1AF77E613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1">
            <a:extLst>
              <a:ext uri="{FF2B5EF4-FFF2-40B4-BE49-F238E27FC236}">
                <a16:creationId xmlns:a16="http://schemas.microsoft.com/office/drawing/2014/main" id="{CCCCCA3E-62FA-637D-44EB-33030A3B17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6707" y="1581015"/>
            <a:ext cx="5871071" cy="2411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sz="1600" b="1" dirty="0"/>
              <a:t>4-Stage Workflow:</a:t>
            </a:r>
          </a:p>
          <a:p>
            <a:pPr marL="152400" indent="0">
              <a:buNone/>
            </a:pPr>
            <a:endParaRPr lang="en-US" sz="1600" b="1" dirty="0"/>
          </a:p>
          <a:p>
            <a:pPr marL="495300" indent="-342900">
              <a:buFont typeface="+mj-lt"/>
              <a:buAutoNum type="arabicPeriod"/>
            </a:pPr>
            <a:r>
              <a:rPr lang="en-US" sz="1600" b="1" dirty="0"/>
              <a:t>Classify</a:t>
            </a:r>
            <a:r>
              <a:rPr lang="en-US" sz="1600" dirty="0"/>
              <a:t> – Categorizes thoughts (ACTION, FEELING, BELIEF, DECISION, WORRY, IDEA, OTHER)</a:t>
            </a:r>
          </a:p>
          <a:p>
            <a:pPr marL="495300" indent="-342900">
              <a:buFont typeface="+mj-lt"/>
              <a:buAutoNum type="arabicPeriod"/>
            </a:pPr>
            <a:r>
              <a:rPr lang="en-US" sz="1600" b="1" dirty="0"/>
              <a:t>Prioritize</a:t>
            </a:r>
            <a:r>
              <a:rPr lang="en-US" sz="1600" dirty="0"/>
              <a:t> – Assigns priority: HIGH, MEDIUM, LOW</a:t>
            </a:r>
          </a:p>
          <a:p>
            <a:pPr marL="495300" indent="-342900">
              <a:buFont typeface="+mj-lt"/>
              <a:buAutoNum type="arabicPeriod"/>
            </a:pPr>
            <a:r>
              <a:rPr lang="en-US" sz="1600" b="1" dirty="0"/>
              <a:t>Convert to Actions </a:t>
            </a:r>
            <a:r>
              <a:rPr lang="en-US" sz="1600" dirty="0"/>
              <a:t>– Turns high-priority thoughts into concrete steps</a:t>
            </a:r>
          </a:p>
          <a:p>
            <a:pPr marL="495300" indent="-342900">
              <a:buFont typeface="+mj-lt"/>
              <a:buAutoNum type="arabicPeriod"/>
            </a:pPr>
            <a:r>
              <a:rPr lang="en-US" sz="1600" b="1" dirty="0"/>
              <a:t>Release Ritual </a:t>
            </a:r>
            <a:r>
              <a:rPr lang="en-US" sz="1600" dirty="0"/>
              <a:t>– Creates a small, meaningful ceremony to let go of unwanted thoughts</a:t>
            </a:r>
          </a:p>
        </p:txBody>
      </p:sp>
      <p:sp>
        <p:nvSpPr>
          <p:cNvPr id="965" name="Google Shape;965;p61">
            <a:extLst>
              <a:ext uri="{FF2B5EF4-FFF2-40B4-BE49-F238E27FC236}">
                <a16:creationId xmlns:a16="http://schemas.microsoft.com/office/drawing/2014/main" id="{807D0B09-1573-6AE2-B83A-F742BF40DD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4798" y="698033"/>
            <a:ext cx="4651682" cy="7191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How It Works</a:t>
            </a:r>
            <a:endParaRPr sz="3600" dirty="0"/>
          </a:p>
        </p:txBody>
      </p:sp>
      <p:pic>
        <p:nvPicPr>
          <p:cNvPr id="966" name="Google Shape;966;p61">
            <a:extLst>
              <a:ext uri="{FF2B5EF4-FFF2-40B4-BE49-F238E27FC236}">
                <a16:creationId xmlns:a16="http://schemas.microsoft.com/office/drawing/2014/main" id="{194DABDA-3CA1-A13D-E662-ADBCE8937C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485" r="12903"/>
          <a:stretch/>
        </p:blipFill>
        <p:spPr>
          <a:xfrm>
            <a:off x="6754829" y="238800"/>
            <a:ext cx="4294500" cy="4665900"/>
          </a:xfrm>
          <a:prstGeom prst="round1Rect">
            <a:avLst>
              <a:gd name="adj" fmla="val 6718"/>
            </a:avLst>
          </a:prstGeom>
          <a:noFill/>
          <a:ln>
            <a:noFill/>
          </a:ln>
        </p:spPr>
      </p:pic>
      <p:sp>
        <p:nvSpPr>
          <p:cNvPr id="967" name="Google Shape;967;p61">
            <a:extLst>
              <a:ext uri="{FF2B5EF4-FFF2-40B4-BE49-F238E27FC236}">
                <a16:creationId xmlns:a16="http://schemas.microsoft.com/office/drawing/2014/main" id="{4F97B212-CDAB-8964-5552-9E33AD444720}"/>
              </a:ext>
            </a:extLst>
          </p:cNvPr>
          <p:cNvSpPr/>
          <p:nvPr/>
        </p:nvSpPr>
        <p:spPr>
          <a:xfrm>
            <a:off x="6096839" y="-42166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61">
            <a:extLst>
              <a:ext uri="{FF2B5EF4-FFF2-40B4-BE49-F238E27FC236}">
                <a16:creationId xmlns:a16="http://schemas.microsoft.com/office/drawing/2014/main" id="{3368B3ED-B2C6-FC11-FA89-4028DA724A4C}"/>
              </a:ext>
            </a:extLst>
          </p:cNvPr>
          <p:cNvSpPr/>
          <p:nvPr/>
        </p:nvSpPr>
        <p:spPr>
          <a:xfrm>
            <a:off x="6096839" y="4251037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7023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>
          <a:extLst>
            <a:ext uri="{FF2B5EF4-FFF2-40B4-BE49-F238E27FC236}">
              <a16:creationId xmlns:a16="http://schemas.microsoft.com/office/drawing/2014/main" id="{8FD1A589-7D79-7FB7-BFC4-F92168E0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1">
            <a:extLst>
              <a:ext uri="{FF2B5EF4-FFF2-40B4-BE49-F238E27FC236}">
                <a16:creationId xmlns:a16="http://schemas.microsoft.com/office/drawing/2014/main" id="{F2DB1665-DEEE-0F81-2CCB-E07F83851E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3758" y="1858289"/>
            <a:ext cx="5871071" cy="1158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indent="-342900">
              <a:buFont typeface="+mj-lt"/>
              <a:buAutoNum type="arabicPeriod"/>
            </a:pPr>
            <a:r>
              <a:rPr lang="en-US" sz="1600" b="1" dirty="0"/>
              <a:t>Frontend: </a:t>
            </a:r>
            <a:r>
              <a:rPr lang="en-US" sz="1600" dirty="0"/>
              <a:t>React 18.3, Vite 5.0, Axios, CSS3</a:t>
            </a:r>
          </a:p>
          <a:p>
            <a:pPr marL="495300" indent="-342900">
              <a:buFont typeface="+mj-lt"/>
              <a:buAutoNum type="arabicPeriod"/>
            </a:pPr>
            <a:r>
              <a:rPr lang="en-US" sz="1600" b="1" dirty="0"/>
              <a:t>Backend: </a:t>
            </a:r>
            <a:r>
              <a:rPr lang="en-US" sz="1600" dirty="0"/>
              <a:t>Node.js, Express.js, Axios, </a:t>
            </a:r>
            <a:r>
              <a:rPr lang="en-US" sz="1600" dirty="0" err="1"/>
              <a:t>dotenv</a:t>
            </a:r>
            <a:endParaRPr lang="en-US" sz="1600" dirty="0"/>
          </a:p>
          <a:p>
            <a:pPr marL="495300" indent="-342900">
              <a:buFont typeface="+mj-lt"/>
              <a:buAutoNum type="arabicPeriod"/>
            </a:pPr>
            <a:r>
              <a:rPr lang="en-US" sz="1600" b="1" dirty="0"/>
              <a:t>AI/ML: </a:t>
            </a:r>
            <a:r>
              <a:rPr lang="en-US" sz="1600" dirty="0" err="1"/>
              <a:t>Ollama</a:t>
            </a:r>
            <a:r>
              <a:rPr lang="en-US" sz="1600" dirty="0"/>
              <a:t> (orca-mini default, CPU-optimized)</a:t>
            </a:r>
          </a:p>
          <a:p>
            <a:pPr marL="495300" indent="-342900">
              <a:buFont typeface="+mj-lt"/>
              <a:buAutoNum type="arabicPeriod"/>
            </a:pPr>
            <a:r>
              <a:rPr lang="en-US" sz="1600" b="1" dirty="0"/>
              <a:t>Optional Models: </a:t>
            </a:r>
            <a:r>
              <a:rPr lang="en-US" sz="1600" dirty="0"/>
              <a:t>mistral, llama2, neural-chat</a:t>
            </a:r>
          </a:p>
        </p:txBody>
      </p:sp>
      <p:sp>
        <p:nvSpPr>
          <p:cNvPr id="965" name="Google Shape;965;p61">
            <a:extLst>
              <a:ext uri="{FF2B5EF4-FFF2-40B4-BE49-F238E27FC236}">
                <a16:creationId xmlns:a16="http://schemas.microsoft.com/office/drawing/2014/main" id="{545B6DC9-926D-8C0B-D23C-96718FC96D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5293" y="729645"/>
            <a:ext cx="4651682" cy="7191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Tech Stack</a:t>
            </a:r>
            <a:endParaRPr sz="3600" dirty="0"/>
          </a:p>
        </p:txBody>
      </p:sp>
      <p:pic>
        <p:nvPicPr>
          <p:cNvPr id="966" name="Google Shape;966;p61">
            <a:extLst>
              <a:ext uri="{FF2B5EF4-FFF2-40B4-BE49-F238E27FC236}">
                <a16:creationId xmlns:a16="http://schemas.microsoft.com/office/drawing/2014/main" id="{60612631-F1BD-A52C-576D-9B5A271510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485" r="12903"/>
          <a:stretch/>
        </p:blipFill>
        <p:spPr>
          <a:xfrm>
            <a:off x="6754829" y="238800"/>
            <a:ext cx="4294500" cy="4665900"/>
          </a:xfrm>
          <a:prstGeom prst="round1Rect">
            <a:avLst>
              <a:gd name="adj" fmla="val 6718"/>
            </a:avLst>
          </a:prstGeom>
          <a:noFill/>
          <a:ln>
            <a:noFill/>
          </a:ln>
        </p:spPr>
      </p:pic>
      <p:sp>
        <p:nvSpPr>
          <p:cNvPr id="967" name="Google Shape;967;p61">
            <a:extLst>
              <a:ext uri="{FF2B5EF4-FFF2-40B4-BE49-F238E27FC236}">
                <a16:creationId xmlns:a16="http://schemas.microsoft.com/office/drawing/2014/main" id="{46B5AC58-488B-8F89-FF2F-08CB4C1EDE90}"/>
              </a:ext>
            </a:extLst>
          </p:cNvPr>
          <p:cNvSpPr/>
          <p:nvPr/>
        </p:nvSpPr>
        <p:spPr>
          <a:xfrm>
            <a:off x="6096839" y="-42166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61">
            <a:extLst>
              <a:ext uri="{FF2B5EF4-FFF2-40B4-BE49-F238E27FC236}">
                <a16:creationId xmlns:a16="http://schemas.microsoft.com/office/drawing/2014/main" id="{55D4A606-6C12-5F88-64A9-5B023EE68630}"/>
              </a:ext>
            </a:extLst>
          </p:cNvPr>
          <p:cNvSpPr/>
          <p:nvPr/>
        </p:nvSpPr>
        <p:spPr>
          <a:xfrm>
            <a:off x="6096839" y="4251037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8363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>
          <a:extLst>
            <a:ext uri="{FF2B5EF4-FFF2-40B4-BE49-F238E27FC236}">
              <a16:creationId xmlns:a16="http://schemas.microsoft.com/office/drawing/2014/main" id="{B0AE72C9-E3BE-3359-61A8-E84307D17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1">
            <a:extLst>
              <a:ext uri="{FF2B5EF4-FFF2-40B4-BE49-F238E27FC236}">
                <a16:creationId xmlns:a16="http://schemas.microsoft.com/office/drawing/2014/main" id="{252F2B7E-E6E3-B007-BD14-458685FF59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1005" y="1813464"/>
            <a:ext cx="5871071" cy="1705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sz="1600" b="1" dirty="0"/>
              <a:t>Client (React)</a:t>
            </a:r>
            <a:r>
              <a:rPr lang="en-US" sz="1600" dirty="0"/>
              <a:t> ↔ </a:t>
            </a:r>
            <a:r>
              <a:rPr lang="en-US" sz="1600" b="1" dirty="0"/>
              <a:t>Backend (Express)</a:t>
            </a:r>
            <a:r>
              <a:rPr lang="en-US" sz="1600" dirty="0"/>
              <a:t> ↔ </a:t>
            </a:r>
            <a:r>
              <a:rPr lang="en-US" sz="1600" b="1" dirty="0" err="1"/>
              <a:t>Ollama</a:t>
            </a:r>
            <a:r>
              <a:rPr lang="en-US" sz="1600" b="1" dirty="0"/>
              <a:t> LLM</a:t>
            </a:r>
          </a:p>
          <a:p>
            <a:pPr marL="152400" indent="0">
              <a:buNone/>
            </a:pP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Frontend: </a:t>
            </a:r>
            <a:r>
              <a:rPr lang="en-US" sz="1600" dirty="0"/>
              <a:t>Stage navigation, API calls, responsive UI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Backend: </a:t>
            </a:r>
            <a:r>
              <a:rPr lang="en-US" sz="1600" dirty="0"/>
              <a:t>/</a:t>
            </a:r>
            <a:r>
              <a:rPr lang="en-US" sz="1600" dirty="0" err="1"/>
              <a:t>api</a:t>
            </a:r>
            <a:r>
              <a:rPr lang="en-US" sz="1600" dirty="0"/>
              <a:t>/process-thoughts handles classification, prioritization, conversion, release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AI Model: </a:t>
            </a:r>
            <a:r>
              <a:rPr lang="en-US" sz="1600" dirty="0" err="1"/>
              <a:t>Ollama</a:t>
            </a:r>
            <a:r>
              <a:rPr lang="en-US" sz="1600" dirty="0"/>
              <a:t> (local inference)</a:t>
            </a:r>
          </a:p>
        </p:txBody>
      </p:sp>
      <p:sp>
        <p:nvSpPr>
          <p:cNvPr id="965" name="Google Shape;965;p61">
            <a:extLst>
              <a:ext uri="{FF2B5EF4-FFF2-40B4-BE49-F238E27FC236}">
                <a16:creationId xmlns:a16="http://schemas.microsoft.com/office/drawing/2014/main" id="{C83D4B7B-3E1E-59B4-3C2B-5BE3A0B32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7210" y="721482"/>
            <a:ext cx="4651682" cy="7191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Architecture</a:t>
            </a:r>
            <a:endParaRPr sz="3600" dirty="0"/>
          </a:p>
        </p:txBody>
      </p:sp>
      <p:pic>
        <p:nvPicPr>
          <p:cNvPr id="966" name="Google Shape;966;p61">
            <a:extLst>
              <a:ext uri="{FF2B5EF4-FFF2-40B4-BE49-F238E27FC236}">
                <a16:creationId xmlns:a16="http://schemas.microsoft.com/office/drawing/2014/main" id="{A0210081-BBB7-BD42-D536-7883A69A60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485" r="12903"/>
          <a:stretch/>
        </p:blipFill>
        <p:spPr>
          <a:xfrm>
            <a:off x="6754829" y="238800"/>
            <a:ext cx="4294500" cy="4665900"/>
          </a:xfrm>
          <a:prstGeom prst="round1Rect">
            <a:avLst>
              <a:gd name="adj" fmla="val 6718"/>
            </a:avLst>
          </a:prstGeom>
          <a:noFill/>
          <a:ln>
            <a:noFill/>
          </a:ln>
        </p:spPr>
      </p:pic>
      <p:sp>
        <p:nvSpPr>
          <p:cNvPr id="967" name="Google Shape;967;p61">
            <a:extLst>
              <a:ext uri="{FF2B5EF4-FFF2-40B4-BE49-F238E27FC236}">
                <a16:creationId xmlns:a16="http://schemas.microsoft.com/office/drawing/2014/main" id="{16484EE2-AAB2-7F8D-F254-EF8E95DDC449}"/>
              </a:ext>
            </a:extLst>
          </p:cNvPr>
          <p:cNvSpPr/>
          <p:nvPr/>
        </p:nvSpPr>
        <p:spPr>
          <a:xfrm>
            <a:off x="6096839" y="-42166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61">
            <a:extLst>
              <a:ext uri="{FF2B5EF4-FFF2-40B4-BE49-F238E27FC236}">
                <a16:creationId xmlns:a16="http://schemas.microsoft.com/office/drawing/2014/main" id="{82EC9316-194F-309A-B50C-A419B1B05987}"/>
              </a:ext>
            </a:extLst>
          </p:cNvPr>
          <p:cNvSpPr/>
          <p:nvPr/>
        </p:nvSpPr>
        <p:spPr>
          <a:xfrm>
            <a:off x="6096839" y="4251037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65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>
          <a:extLst>
            <a:ext uri="{FF2B5EF4-FFF2-40B4-BE49-F238E27FC236}">
              <a16:creationId xmlns:a16="http://schemas.microsoft.com/office/drawing/2014/main" id="{88C0D907-FC67-E08D-0846-EB69909A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1">
            <a:extLst>
              <a:ext uri="{FF2B5EF4-FFF2-40B4-BE49-F238E27FC236}">
                <a16:creationId xmlns:a16="http://schemas.microsoft.com/office/drawing/2014/main" id="{52869E88-D7AD-029D-76B8-15D8B23A0E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9516" y="2069999"/>
            <a:ext cx="4651682" cy="7191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Quick Demo</a:t>
            </a:r>
            <a:endParaRPr sz="3600" dirty="0"/>
          </a:p>
        </p:txBody>
      </p:sp>
      <p:pic>
        <p:nvPicPr>
          <p:cNvPr id="966" name="Google Shape;966;p61">
            <a:extLst>
              <a:ext uri="{FF2B5EF4-FFF2-40B4-BE49-F238E27FC236}">
                <a16:creationId xmlns:a16="http://schemas.microsoft.com/office/drawing/2014/main" id="{0C3E1156-1FBB-604E-745D-CB4DE30295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485" r="12903"/>
          <a:stretch/>
        </p:blipFill>
        <p:spPr>
          <a:xfrm>
            <a:off x="6754829" y="238800"/>
            <a:ext cx="4294500" cy="4665900"/>
          </a:xfrm>
          <a:prstGeom prst="round1Rect">
            <a:avLst>
              <a:gd name="adj" fmla="val 6718"/>
            </a:avLst>
          </a:prstGeom>
          <a:noFill/>
          <a:ln>
            <a:noFill/>
          </a:ln>
        </p:spPr>
      </p:pic>
      <p:sp>
        <p:nvSpPr>
          <p:cNvPr id="967" name="Google Shape;967;p61">
            <a:extLst>
              <a:ext uri="{FF2B5EF4-FFF2-40B4-BE49-F238E27FC236}">
                <a16:creationId xmlns:a16="http://schemas.microsoft.com/office/drawing/2014/main" id="{575DCB92-7BDE-347A-E9E6-22066462D176}"/>
              </a:ext>
            </a:extLst>
          </p:cNvPr>
          <p:cNvSpPr/>
          <p:nvPr/>
        </p:nvSpPr>
        <p:spPr>
          <a:xfrm>
            <a:off x="6096839" y="-42166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61">
            <a:extLst>
              <a:ext uri="{FF2B5EF4-FFF2-40B4-BE49-F238E27FC236}">
                <a16:creationId xmlns:a16="http://schemas.microsoft.com/office/drawing/2014/main" id="{41E78722-0536-74B4-B263-C99FC789A4E7}"/>
              </a:ext>
            </a:extLst>
          </p:cNvPr>
          <p:cNvSpPr/>
          <p:nvPr/>
        </p:nvSpPr>
        <p:spPr>
          <a:xfrm>
            <a:off x="6096839" y="4251037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6393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>
          <a:extLst>
            <a:ext uri="{FF2B5EF4-FFF2-40B4-BE49-F238E27FC236}">
              <a16:creationId xmlns:a16="http://schemas.microsoft.com/office/drawing/2014/main" id="{694B77E2-327D-7366-9408-3EBA4DE7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1">
            <a:extLst>
              <a:ext uri="{FF2B5EF4-FFF2-40B4-BE49-F238E27FC236}">
                <a16:creationId xmlns:a16="http://schemas.microsoft.com/office/drawing/2014/main" id="{6FCB644C-2CFF-6558-4CE1-24717E82F9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5827" y="1767330"/>
            <a:ext cx="5400502" cy="1705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sz="1600" b="1" dirty="0"/>
              <a:t>Current Limitations:</a:t>
            </a:r>
          </a:p>
          <a:p>
            <a:pPr marL="152400" indent="0">
              <a:buNone/>
            </a:pP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Our model currently relies on a small local LLM (orca-mini, 2GB) running on limited local hardware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This constrains response speed, creativity, and the complexity of thought processing</a:t>
            </a:r>
          </a:p>
        </p:txBody>
      </p:sp>
      <p:sp>
        <p:nvSpPr>
          <p:cNvPr id="965" name="Google Shape;965;p61">
            <a:extLst>
              <a:ext uri="{FF2B5EF4-FFF2-40B4-BE49-F238E27FC236}">
                <a16:creationId xmlns:a16="http://schemas.microsoft.com/office/drawing/2014/main" id="{E0C4AF2F-2B7D-5005-DBCE-7296C38A35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8245" y="770787"/>
            <a:ext cx="4651682" cy="7191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Future Enhancements</a:t>
            </a:r>
            <a:endParaRPr sz="3600" dirty="0"/>
          </a:p>
        </p:txBody>
      </p:sp>
      <p:pic>
        <p:nvPicPr>
          <p:cNvPr id="966" name="Google Shape;966;p61">
            <a:extLst>
              <a:ext uri="{FF2B5EF4-FFF2-40B4-BE49-F238E27FC236}">
                <a16:creationId xmlns:a16="http://schemas.microsoft.com/office/drawing/2014/main" id="{344FA4A0-988D-D716-5C76-0C8EC2FB5C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485" r="12903"/>
          <a:stretch/>
        </p:blipFill>
        <p:spPr>
          <a:xfrm>
            <a:off x="6754829" y="238800"/>
            <a:ext cx="4294500" cy="4665900"/>
          </a:xfrm>
          <a:prstGeom prst="round1Rect">
            <a:avLst>
              <a:gd name="adj" fmla="val 6718"/>
            </a:avLst>
          </a:prstGeom>
          <a:noFill/>
          <a:ln>
            <a:noFill/>
          </a:ln>
        </p:spPr>
      </p:pic>
      <p:sp>
        <p:nvSpPr>
          <p:cNvPr id="967" name="Google Shape;967;p61">
            <a:extLst>
              <a:ext uri="{FF2B5EF4-FFF2-40B4-BE49-F238E27FC236}">
                <a16:creationId xmlns:a16="http://schemas.microsoft.com/office/drawing/2014/main" id="{4F26C373-AF35-3E8F-1BEC-E69198727123}"/>
              </a:ext>
            </a:extLst>
          </p:cNvPr>
          <p:cNvSpPr/>
          <p:nvPr/>
        </p:nvSpPr>
        <p:spPr>
          <a:xfrm>
            <a:off x="6096839" y="-42166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61">
            <a:extLst>
              <a:ext uri="{FF2B5EF4-FFF2-40B4-BE49-F238E27FC236}">
                <a16:creationId xmlns:a16="http://schemas.microsoft.com/office/drawing/2014/main" id="{0A88C250-8344-78FE-2AAC-8EEFDD4BEBFA}"/>
              </a:ext>
            </a:extLst>
          </p:cNvPr>
          <p:cNvSpPr/>
          <p:nvPr/>
        </p:nvSpPr>
        <p:spPr>
          <a:xfrm>
            <a:off x="6096839" y="4251037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5033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>
          <a:extLst>
            <a:ext uri="{FF2B5EF4-FFF2-40B4-BE49-F238E27FC236}">
              <a16:creationId xmlns:a16="http://schemas.microsoft.com/office/drawing/2014/main" id="{27AFDFF1-FBA9-B75B-2A2E-3DE0A566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1">
            <a:extLst>
              <a:ext uri="{FF2B5EF4-FFF2-40B4-BE49-F238E27FC236}">
                <a16:creationId xmlns:a16="http://schemas.microsoft.com/office/drawing/2014/main" id="{907577A7-E685-E6B4-8378-040349E302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4113" y="1486709"/>
            <a:ext cx="5400502" cy="26388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Utilize larger LLMs (e.g., Mistral, LLaMA2) for deeper understanding and better prioritization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Leverage cloud computing to handle heavier models and scale for multiple users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Persistent thought journal with history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Export action plans to PDF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Collaborative thought organization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Voice input / mobile app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Integration with calendar/task apps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Multi-language support &amp; cloud sync</a:t>
            </a:r>
          </a:p>
        </p:txBody>
      </p:sp>
      <p:sp>
        <p:nvSpPr>
          <p:cNvPr id="965" name="Google Shape;965;p61">
            <a:extLst>
              <a:ext uri="{FF2B5EF4-FFF2-40B4-BE49-F238E27FC236}">
                <a16:creationId xmlns:a16="http://schemas.microsoft.com/office/drawing/2014/main" id="{2E485B1B-D0EB-889B-1F3F-96974EA666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8245" y="631834"/>
            <a:ext cx="5060520" cy="7191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Potential Improvements</a:t>
            </a:r>
            <a:endParaRPr sz="3600" dirty="0"/>
          </a:p>
        </p:txBody>
      </p:sp>
      <p:pic>
        <p:nvPicPr>
          <p:cNvPr id="966" name="Google Shape;966;p61">
            <a:extLst>
              <a:ext uri="{FF2B5EF4-FFF2-40B4-BE49-F238E27FC236}">
                <a16:creationId xmlns:a16="http://schemas.microsoft.com/office/drawing/2014/main" id="{C2AAEEA3-7F89-24A0-C58C-1B490235DA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485" r="12903"/>
          <a:stretch/>
        </p:blipFill>
        <p:spPr>
          <a:xfrm>
            <a:off x="6754829" y="238800"/>
            <a:ext cx="4294500" cy="4665900"/>
          </a:xfrm>
          <a:prstGeom prst="round1Rect">
            <a:avLst>
              <a:gd name="adj" fmla="val 6718"/>
            </a:avLst>
          </a:prstGeom>
          <a:noFill/>
          <a:ln>
            <a:noFill/>
          </a:ln>
        </p:spPr>
      </p:pic>
      <p:sp>
        <p:nvSpPr>
          <p:cNvPr id="967" name="Google Shape;967;p61">
            <a:extLst>
              <a:ext uri="{FF2B5EF4-FFF2-40B4-BE49-F238E27FC236}">
                <a16:creationId xmlns:a16="http://schemas.microsoft.com/office/drawing/2014/main" id="{425D770B-9D81-48FA-617A-27D471A3C768}"/>
              </a:ext>
            </a:extLst>
          </p:cNvPr>
          <p:cNvSpPr/>
          <p:nvPr/>
        </p:nvSpPr>
        <p:spPr>
          <a:xfrm>
            <a:off x="6096839" y="-421664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61">
            <a:extLst>
              <a:ext uri="{FF2B5EF4-FFF2-40B4-BE49-F238E27FC236}">
                <a16:creationId xmlns:a16="http://schemas.microsoft.com/office/drawing/2014/main" id="{0F810AE7-C01A-4B79-6F9D-60A5EC0AB8C2}"/>
              </a:ext>
            </a:extLst>
          </p:cNvPr>
          <p:cNvSpPr/>
          <p:nvPr/>
        </p:nvSpPr>
        <p:spPr>
          <a:xfrm>
            <a:off x="6096839" y="4251037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8099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78"/>
          <p:cNvSpPr txBox="1">
            <a:spLocks noGrp="1"/>
          </p:cNvSpPr>
          <p:nvPr>
            <p:ph type="title"/>
          </p:nvPr>
        </p:nvSpPr>
        <p:spPr>
          <a:xfrm>
            <a:off x="439532" y="622751"/>
            <a:ext cx="5036927" cy="16875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Try Uncluttered Today</a:t>
            </a:r>
            <a:r>
              <a:rPr lang="en" sz="5400" dirty="0"/>
              <a:t>!</a:t>
            </a:r>
            <a:endParaRPr sz="5400" dirty="0"/>
          </a:p>
        </p:txBody>
      </p:sp>
      <p:pic>
        <p:nvPicPr>
          <p:cNvPr id="1469" name="Google Shape;1469;p78"/>
          <p:cNvPicPr preferRelativeResize="0"/>
          <p:nvPr/>
        </p:nvPicPr>
        <p:blipFill rotWithShape="1">
          <a:blip r:embed="rId3">
            <a:alphaModFix/>
          </a:blip>
          <a:srcRect l="33580" r="21217"/>
          <a:stretch/>
        </p:blipFill>
        <p:spPr>
          <a:xfrm>
            <a:off x="5726000" y="255232"/>
            <a:ext cx="3148800" cy="4643100"/>
          </a:xfrm>
          <a:prstGeom prst="round1Rect">
            <a:avLst>
              <a:gd name="adj" fmla="val 8117"/>
            </a:avLst>
          </a:prstGeom>
          <a:noFill/>
          <a:ln>
            <a:noFill/>
          </a:ln>
        </p:spPr>
      </p:pic>
      <p:cxnSp>
        <p:nvCxnSpPr>
          <p:cNvPr id="1471" name="Google Shape;1471;p78"/>
          <p:cNvCxnSpPr/>
          <p:nvPr/>
        </p:nvCxnSpPr>
        <p:spPr>
          <a:xfrm>
            <a:off x="1121975" y="3763475"/>
            <a:ext cx="3610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2" name="Google Shape;1472;p78"/>
          <p:cNvCxnSpPr/>
          <p:nvPr/>
        </p:nvCxnSpPr>
        <p:spPr>
          <a:xfrm>
            <a:off x="1121975" y="4101425"/>
            <a:ext cx="3610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0" name="Google Shape;1500;p78"/>
          <p:cNvSpPr/>
          <p:nvPr/>
        </p:nvSpPr>
        <p:spPr>
          <a:xfrm>
            <a:off x="5063154" y="4238050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1" name="Google Shape;1501;p78"/>
          <p:cNvSpPr/>
          <p:nvPr/>
        </p:nvSpPr>
        <p:spPr>
          <a:xfrm>
            <a:off x="5063154" y="-416969"/>
            <a:ext cx="1315998" cy="1326824"/>
          </a:xfrm>
          <a:custGeom>
            <a:avLst/>
            <a:gdLst/>
            <a:ahLst/>
            <a:cxnLst/>
            <a:rect l="l" t="t" r="r" b="b"/>
            <a:pathLst>
              <a:path w="35246" h="35241" extrusionOk="0">
                <a:moveTo>
                  <a:pt x="17623" y="0"/>
                </a:moveTo>
                <a:lnTo>
                  <a:pt x="16749" y="7766"/>
                </a:lnTo>
                <a:cubicBezTo>
                  <a:pt x="16218" y="12489"/>
                  <a:pt x="12493" y="16213"/>
                  <a:pt x="7771" y="16745"/>
                </a:cubicBezTo>
                <a:lnTo>
                  <a:pt x="1" y="17618"/>
                </a:lnTo>
                <a:lnTo>
                  <a:pt x="7771" y="18492"/>
                </a:lnTo>
                <a:cubicBezTo>
                  <a:pt x="12493" y="19024"/>
                  <a:pt x="16218" y="22752"/>
                  <a:pt x="16749" y="27475"/>
                </a:cubicBezTo>
                <a:lnTo>
                  <a:pt x="17623" y="35241"/>
                </a:lnTo>
                <a:lnTo>
                  <a:pt x="18497" y="27475"/>
                </a:lnTo>
                <a:cubicBezTo>
                  <a:pt x="19028" y="22752"/>
                  <a:pt x="22757" y="19024"/>
                  <a:pt x="27479" y="18492"/>
                </a:cubicBezTo>
                <a:lnTo>
                  <a:pt x="35245" y="17618"/>
                </a:lnTo>
                <a:lnTo>
                  <a:pt x="27479" y="16745"/>
                </a:lnTo>
                <a:cubicBezTo>
                  <a:pt x="22757" y="16213"/>
                  <a:pt x="19028" y="12489"/>
                  <a:pt x="18497" y="7766"/>
                </a:cubicBezTo>
                <a:lnTo>
                  <a:pt x="176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78"/>
          <p:cNvSpPr txBox="1">
            <a:spLocks noGrp="1"/>
          </p:cNvSpPr>
          <p:nvPr>
            <p:ph type="subTitle" idx="2"/>
          </p:nvPr>
        </p:nvSpPr>
        <p:spPr>
          <a:xfrm>
            <a:off x="1090596" y="3779600"/>
            <a:ext cx="3672957" cy="3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000" dirty="0"/>
              <a:t>Hackathon | Dec 13 | City University of Seattle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CE05F5-CAD3-8BC0-EEE4-E2B94D972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6354" y="2618931"/>
            <a:ext cx="3905542" cy="85203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200" dirty="0"/>
              <a:t>Open-source MIT License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/>
              <a:t>Contribution welcome: fork, branch, PR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/>
              <a:t>Made with ❤️ to help clear mental clutter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ganic Skin Care Products Business Plan by Slidesgo">
  <a:themeElements>
    <a:clrScheme name="Simple Light">
      <a:dk1>
        <a:srgbClr val="080808"/>
      </a:dk1>
      <a:lt1>
        <a:srgbClr val="FAFAFA"/>
      </a:lt1>
      <a:dk2>
        <a:srgbClr val="636363"/>
      </a:dk2>
      <a:lt2>
        <a:srgbClr val="D9D9D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8080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390</Words>
  <Application>Microsoft Office PowerPoint</Application>
  <PresentationFormat>On-screen Show (16:9)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Wingdings</vt:lpstr>
      <vt:lpstr>Karla</vt:lpstr>
      <vt:lpstr>Manrope</vt:lpstr>
      <vt:lpstr>Kanit</vt:lpstr>
      <vt:lpstr>Kanit SemiBold</vt:lpstr>
      <vt:lpstr>Arial</vt:lpstr>
      <vt:lpstr>Organic Skin Care Products Business Plan by Slidesgo</vt:lpstr>
      <vt:lpstr>Thought_Unclutter  AI Agent for Turning Mental Clutter Into Clarity</vt:lpstr>
      <vt:lpstr>Problem Statement</vt:lpstr>
      <vt:lpstr>Our Solution</vt:lpstr>
      <vt:lpstr>How It Works</vt:lpstr>
      <vt:lpstr>Tech Stack</vt:lpstr>
      <vt:lpstr>Architecture</vt:lpstr>
      <vt:lpstr>Quick Demo</vt:lpstr>
      <vt:lpstr>Future Enhancements</vt:lpstr>
      <vt:lpstr>Potential Improvements</vt:lpstr>
      <vt:lpstr>Try Uncluttered Today!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Lanxi Luo</cp:lastModifiedBy>
  <cp:revision>16</cp:revision>
  <dcterms:modified xsi:type="dcterms:W3CDTF">2025-12-13T22:32:04Z</dcterms:modified>
</cp:coreProperties>
</file>