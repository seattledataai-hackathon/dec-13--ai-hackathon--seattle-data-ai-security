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Slab"/>
      <p:regular r:id="rId16"/>
      <p:bold r:id="rId17"/>
    </p:embeddedFon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bold.fntdata"/><Relationship Id="rId16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04abe5fb4_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b04abe5fb4_6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04abe5fb4_6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b04abe5fb4_6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04abe5fb4_6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b04abe5fb4_6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04abe5fb4_6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b04abe5fb4_6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04abe5fb4_6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b04abe5fb4_6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04abe5fb4_6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b04abe5fb4_6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04abe5fb4_6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b04abe5fb4_6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04abe5fb4_6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b04abe5fb4_6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04abe5fb4_6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b04abe5fb4_6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049960c1f_0_1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049960c1f_0_1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TapCare Assistant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1768500" y="3035875"/>
            <a:ext cx="56952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33333"/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One‑Click Healthcare Appointment Assistant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33333"/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as the invisible engine supporting human ambition at scale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Healthcare appointment booking is fragmented</a:t>
            </a:r>
            <a:r>
              <a:rPr lang="en" sz="3200">
                <a:latin typeface="Arial"/>
                <a:ea typeface="Arial"/>
                <a:cs typeface="Arial"/>
                <a:sym typeface="Arial"/>
              </a:rPr>
              <a:t>, manual </a:t>
            </a:r>
            <a:r>
              <a:rPr lang="en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time‑consuming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People deal with: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Multiple providers (doctor, dental, optical)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Phone calls and long wait times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Confusing portals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Family scheduling and follow-ups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57200" y="1200150"/>
            <a:ext cx="8288100" cy="3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Patients want: 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199866" lvl="1" marL="742950" rtl="0" algn="l">
              <a:spcBef>
                <a:spcPts val="0"/>
              </a:spcBef>
              <a:spcAft>
                <a:spcPts val="0"/>
              </a:spcAft>
              <a:buSzPct val="90625"/>
              <a:buFont typeface="Arial"/>
              <a:buChar char="○"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Lose time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199866" lvl="1" marL="742950" rtl="0" algn="l">
              <a:spcBef>
                <a:spcPts val="0"/>
              </a:spcBef>
              <a:spcAft>
                <a:spcPts val="0"/>
              </a:spcAft>
              <a:buSzPct val="90625"/>
              <a:buFont typeface="Arial"/>
              <a:buChar char="○"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Miss appointments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199866" lvl="1" marL="742950" rtl="0" algn="l">
              <a:spcBef>
                <a:spcPts val="0"/>
              </a:spcBef>
              <a:spcAft>
                <a:spcPts val="0"/>
              </a:spcAft>
              <a:buSzPct val="90625"/>
              <a:buFont typeface="Arial"/>
              <a:buChar char="○"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Avoid preventive care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4285"/>
              <a:buFont typeface="Arial"/>
              <a:buChar char="●"/>
            </a:pPr>
            <a:r>
              <a:rPr lang="e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Clinics face</a:t>
            </a:r>
            <a:r>
              <a:rPr lang="en" sz="2800">
                <a:latin typeface="Arial"/>
                <a:ea typeface="Arial"/>
                <a:cs typeface="Arial"/>
                <a:sym typeface="Arial"/>
              </a:rPr>
              <a:t>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99866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3571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Face high call volume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99866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3571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Spend staff time on scheduling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199866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3571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Deal with no-show</a:t>
            </a:r>
            <a:r>
              <a:rPr lang="en" sz="2800">
                <a:latin typeface="Arial"/>
                <a:ea typeface="Arial"/>
                <a:cs typeface="Arial"/>
                <a:sym typeface="Arial"/>
              </a:rPr>
              <a:t>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60"/>
              </a:spcBef>
              <a:spcAft>
                <a:spcPts val="1200"/>
              </a:spcAft>
              <a:buNone/>
            </a:pPr>
            <a:r>
              <a:rPr lang="e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creates friction on </a:t>
            </a:r>
            <a:r>
              <a:rPr lang="en" sz="2800">
                <a:latin typeface="Arial"/>
                <a:ea typeface="Arial"/>
                <a:cs typeface="Arial"/>
                <a:sym typeface="Arial"/>
              </a:rPr>
              <a:t>patients and doctors end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Solution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156750" y="1147400"/>
            <a:ext cx="8830500" cy="3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TapCare </a:t>
            </a:r>
            <a:r>
              <a:rPr lang="en" sz="3200">
                <a:latin typeface="Arial"/>
                <a:ea typeface="Arial"/>
                <a:cs typeface="Arial"/>
                <a:sym typeface="Arial"/>
              </a:rPr>
              <a:t>Assistant is a single interface for booking healthcare appointments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</a:t>
            </a:r>
            <a:r>
              <a:rPr lang="e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1369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4285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Choose provider type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1369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4285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Tap “Book”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1369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4285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Receive confirmation and reminders</a:t>
            </a:r>
            <a:br>
              <a:rPr lang="en" sz="2800">
                <a:latin typeface="Arial"/>
                <a:ea typeface="Arial"/>
                <a:cs typeface="Arial"/>
                <a:sym typeface="Arial"/>
              </a:rPr>
            </a:b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For Patients:  Book appointments in seconds, No calls, no portals, no hassle, One place for medical, dental, and optical care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For Clinics: Reduced front-desk workload, Fewer missed appointments, Less phone volume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enters appointment needs and preference</a:t>
            </a:r>
            <a:r>
              <a:rPr lang="en" sz="3200">
                <a:latin typeface="Arial"/>
                <a:ea typeface="Arial"/>
                <a:cs typeface="Arial"/>
                <a:sym typeface="Arial"/>
              </a:rPr>
              <a:t>s behind the scenes, TapCare: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44170" lvl="1" marL="74295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Collects appointment constraints (insurance, urgency, availability)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44170" lvl="1" marL="74295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Identifies suitable providers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44170" lvl="1" marL="74295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Communicates via phone, email, or web forms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44170" lvl="1" marL="74295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Confirms appointment details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44170" lvl="1" marL="74295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Syncs calendars and reminders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an AI Agent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not a simple chatbot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" sz="2800">
                <a:latin typeface="Arial"/>
                <a:ea typeface="Arial"/>
                <a:cs typeface="Arial"/>
                <a:sym typeface="Arial"/>
              </a:rPr>
              <a:t>This problem cannot be solved with a static scheduler.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It requires: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Decision-making across constraints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Multi-step coordination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Verification before confirmation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End-to-end autonomy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Makes TapCare Different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TapCare uniquely combines: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Cross-provider scheduling (doctor + dental + optical)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One-click booking experience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Family-wide appointment management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No clinic software adoption required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28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Automation-first, consumer-focused design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 Opportunity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Healthcare scheduling remains fragmented despite digitization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There is strong demand for: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and growing market for patient scheduling tools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Simpler patient experiences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Reduced administrative burden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259080" lvl="1" marL="742950" rtl="0" algn="l">
              <a:spcBef>
                <a:spcPts val="56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en" sz="2800">
                <a:latin typeface="Arial"/>
                <a:ea typeface="Arial"/>
                <a:cs typeface="Arial"/>
                <a:sym typeface="Arial"/>
              </a:rPr>
              <a:t>Automation-first solutions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Closing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TapCare Assistant removes friction from healthcare scheduling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○"/>
            </a:pPr>
            <a:r>
              <a:rPr lang="e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handles complexity so users don’t have to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Arial"/>
              <a:buChar char="○"/>
            </a:pPr>
            <a:r>
              <a:rPr lang="en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simple, unified experience for appointments at scale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457200" y="2143054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Thank you!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457200" y="4354725"/>
            <a:ext cx="8229600" cy="24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